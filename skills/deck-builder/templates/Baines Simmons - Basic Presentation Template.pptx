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4" r:id="rId4"/>
  </p:sldMasterIdLst>
  <p:notesMasterIdLst>
    <p:notesMasterId r:id="rId13"/>
  </p:notesMasterIdLst>
  <p:sldIdLst>
    <p:sldId id="352" r:id="rId5"/>
    <p:sldId id="920" r:id="rId6"/>
    <p:sldId id="316" r:id="rId7"/>
    <p:sldId id="8527" r:id="rId8"/>
    <p:sldId id="8522" r:id="rId9"/>
    <p:sldId id="304" r:id="rId10"/>
    <p:sldId id="305" r:id="rId11"/>
    <p:sldId id="612" r:id="rId12"/>
  </p:sldIdLst>
  <p:sldSz cx="12192000" cy="6858000"/>
  <p:notesSz cx="6858000" cy="9144000"/>
  <p:defaultTextStyle>
    <a:defPPr>
      <a:defRPr lang="en-US"/>
    </a:defPPr>
    <a:lvl1pPr marL="0" algn="l" defTabSz="914355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77" algn="l" defTabSz="914355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55" algn="l" defTabSz="914355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532" algn="l" defTabSz="914355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709" algn="l" defTabSz="914355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886" algn="l" defTabSz="914355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063" algn="l" defTabSz="914355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240" algn="l" defTabSz="914355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417" algn="l" defTabSz="914355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A8C306A-FC99-94D8-9CE7-41226D25945E}" name="Alexandru Craiu" initials="AC" userId="S::alex.craiu@trustflight.com::bf72ae8b-33ff-49ef-b84e-d4843c5d563a" providerId="AD"/>
  <p188:author id="{8E3BFD9B-DDDC-5055-C478-A64C6EFF7E9B}" name="Thomas Lemaire" initials="TL" userId="S::thomas.lemaire@trustflight.com::d153cba2-394e-45bc-8cdb-94eb36671916" providerId="AD"/>
  <p188:author id="{CC92DEE4-14B8-65B1-117B-53DB6FB9A0FD}" name="Reuben Mann" initials="RM" userId="S::reuben.mann@trustflight.com::fe407263-5cb5-42c8-9f36-e2998db4966b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31022"/>
    <a:srgbClr val="479FF8"/>
    <a:srgbClr val="00D5FF"/>
    <a:srgbClr val="083976"/>
    <a:srgbClr val="051B38"/>
    <a:srgbClr val="D90082"/>
    <a:srgbClr val="242D41"/>
    <a:srgbClr val="CFE2F3"/>
    <a:srgbClr val="1E5BB5"/>
    <a:srgbClr val="EFF8F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581"/>
    <p:restoredTop sz="96296"/>
  </p:normalViewPr>
  <p:slideViewPr>
    <p:cSldViewPr snapToGrid="0">
      <p:cViewPr>
        <p:scale>
          <a:sx n="139" d="100"/>
          <a:sy n="139" d="100"/>
        </p:scale>
        <p:origin x="2072" y="10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notesMaster" Target="notesMasters/notesMaster1.xml"/><Relationship Id="rId18" Type="http://schemas.microsoft.com/office/2018/10/relationships/authors" Target="author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viewProps" Target="viewProp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D3DFF91-E63B-E948-B3A5-1D1BF1CECDF7}" type="datetimeFigureOut">
              <a:rPr lang="en-US" smtClean="0"/>
              <a:t>5/28/26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EB95CE4-0521-0C49-933F-6556F583EA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09376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55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77" algn="l" defTabSz="914355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355" algn="l" defTabSz="914355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532" algn="l" defTabSz="914355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709" algn="l" defTabSz="914355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886" algn="l" defTabSz="914355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063" algn="l" defTabSz="914355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240" algn="l" defTabSz="914355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417" algn="l" defTabSz="914355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en-US" dirty="0"/>
              <a:t>1. </a:t>
            </a:r>
            <a:r>
              <a:rPr lang="en-GB" sz="1800" b="1" dirty="0">
                <a:solidFill>
                  <a:srgbClr val="FFFFFF"/>
                </a:solidFill>
                <a:latin typeface="Open Sans SemiBold" pitchFamily="2" charset="0"/>
                <a:ea typeface="Open Sans SemiBold" pitchFamily="2" charset="0"/>
                <a:cs typeface="Open Sans SemiBold" pitchFamily="2" charset="0"/>
              </a:rPr>
              <a:t>Scale &amp; Growth</a:t>
            </a:r>
          </a:p>
          <a:p>
            <a:pPr algn="l"/>
            <a:r>
              <a:rPr lang="en-GB" sz="1200" dirty="0">
                <a:solidFill>
                  <a:srgbClr val="E0E7F5"/>
                </a:solidFill>
                <a:latin typeface="Open Sans Light"/>
              </a:rPr>
              <a:t>Serving 10M+ passengers annually, with continued expansion placing new demands on safety governance across a multi-stakeholder environment.</a:t>
            </a:r>
          </a:p>
          <a:p>
            <a:endParaRPr lang="en-US" dirty="0"/>
          </a:p>
          <a:p>
            <a:pPr algn="l"/>
            <a:r>
              <a:rPr lang="en-US" dirty="0"/>
              <a:t>2. </a:t>
            </a:r>
            <a:r>
              <a:rPr lang="en-GB" sz="1800" b="1" dirty="0">
                <a:solidFill>
                  <a:srgbClr val="FFFFFF"/>
                </a:solidFill>
                <a:latin typeface="Open Sans SemiBold" pitchFamily="2" charset="0"/>
                <a:ea typeface="Open Sans SemiBold" pitchFamily="2" charset="0"/>
                <a:cs typeface="Open Sans SemiBold" pitchFamily="2" charset="0"/>
              </a:rPr>
              <a:t>Regulatory Landscape</a:t>
            </a:r>
          </a:p>
          <a:p>
            <a:pPr algn="l"/>
            <a:r>
              <a:rPr lang="en-GB" sz="1200" dirty="0">
                <a:solidFill>
                  <a:srgbClr val="E0E7F5"/>
                </a:solidFill>
                <a:latin typeface="Open Sans Light"/>
              </a:rPr>
              <a:t>CAA oversight spanning airside, landside, and terminal operations — diverse reporting requirements handled in one place.</a:t>
            </a:r>
          </a:p>
          <a:p>
            <a:endParaRPr lang="en-US" dirty="0"/>
          </a:p>
          <a:p>
            <a:pPr algn="l"/>
            <a:r>
              <a:rPr lang="en-US" dirty="0"/>
              <a:t>3. </a:t>
            </a:r>
            <a:r>
              <a:rPr lang="en-GB" sz="1800" b="1" dirty="0">
                <a:solidFill>
                  <a:srgbClr val="FFFFFF"/>
                </a:solidFill>
                <a:latin typeface="Open Sans SemiBold" pitchFamily="2" charset="0"/>
                <a:ea typeface="Open Sans SemiBold" pitchFamily="2" charset="0"/>
                <a:cs typeface="Open Sans SemiBold" pitchFamily="2" charset="0"/>
              </a:rPr>
              <a:t>Operational Breadth</a:t>
            </a:r>
          </a:p>
          <a:p>
            <a:pPr algn="l"/>
            <a:r>
              <a:rPr lang="en-GB" sz="1200" dirty="0">
                <a:solidFill>
                  <a:srgbClr val="E0E7F5"/>
                </a:solidFill>
                <a:latin typeface="Open Sans Light"/>
              </a:rPr>
              <a:t>Ground handling, construction, retail, and passenger services — a mix that demands configurable workflows and visibility across departments.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EB95CE4-0521-0C49-933F-6556F583EA40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885253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EB95CE4-0521-0C49-933F-6556F583EA40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885253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7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2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7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2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- Title">
    <p:bg>
      <p:bgPr>
        <a:gradFill>
          <a:gsLst>
            <a:gs pos="0">
              <a:srgbClr val="010306"/>
            </a:gs>
            <a:gs pos="100000">
              <a:srgbClr val="031022"/>
            </a:gs>
          </a:gsLst>
          <a:lin ang="30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blue and black dotted surface&#10;&#10;AI-generated content may be incorrect.">
            <a:extLst>
              <a:ext uri="{FF2B5EF4-FFF2-40B4-BE49-F238E27FC236}">
                <a16:creationId xmlns:a16="http://schemas.microsoft.com/office/drawing/2014/main" id="{4DFC67AA-671B-76C7-F859-AFBE58C418E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50000"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4942139-C112-631F-FC3D-9A41B326D6E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19681" y="4003049"/>
            <a:ext cx="9354088" cy="747897"/>
          </a:xfrm>
        </p:spPr>
        <p:txBody>
          <a:bodyPr/>
          <a:lstStyle>
            <a:lvl1pPr>
              <a:defRPr sz="5400">
                <a:solidFill>
                  <a:srgbClr val="E0E8F7"/>
                </a:solidFill>
              </a:defRPr>
            </a:lvl1pPr>
          </a:lstStyle>
          <a:p>
            <a:r>
              <a:rPr lang="en-GB" dirty="0"/>
              <a:t>Presentation Title</a:t>
            </a:r>
            <a:endParaRPr lang="en-US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3796B70E-0D2E-BDE9-17BD-D71B32B6E88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519681" y="4890961"/>
            <a:ext cx="5215043" cy="332399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>
              <a:buNone/>
              <a:defRPr sz="2400">
                <a:solidFill>
                  <a:srgbClr val="479FF8"/>
                </a:solidFill>
              </a:defRPr>
            </a:lvl1pPr>
            <a:lvl2pPr marL="457177" indent="0">
              <a:buNone/>
              <a:defRPr>
                <a:solidFill>
                  <a:schemeClr val="bg1"/>
                </a:solidFill>
              </a:defRPr>
            </a:lvl2pPr>
            <a:lvl3pPr marL="914354" indent="0">
              <a:buNone/>
              <a:defRPr>
                <a:solidFill>
                  <a:schemeClr val="bg1"/>
                </a:solidFill>
              </a:defRPr>
            </a:lvl3pPr>
            <a:lvl4pPr marL="1371531" indent="0">
              <a:buNone/>
              <a:defRPr>
                <a:solidFill>
                  <a:schemeClr val="bg1"/>
                </a:solidFill>
              </a:defRPr>
            </a:lvl4pPr>
            <a:lvl5pPr marL="1828708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dirty="0"/>
              <a:t>Subtitle</a:t>
            </a:r>
          </a:p>
        </p:txBody>
      </p:sp>
      <p:sp>
        <p:nvSpPr>
          <p:cNvPr id="17" name="Text Placeholder 14">
            <a:extLst>
              <a:ext uri="{FF2B5EF4-FFF2-40B4-BE49-F238E27FC236}">
                <a16:creationId xmlns:a16="http://schemas.microsoft.com/office/drawing/2014/main" id="{8CE164C6-CEA2-882D-0254-DA262B858E7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567518" y="6101496"/>
            <a:ext cx="5215043" cy="193899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 sz="1400">
                <a:solidFill>
                  <a:srgbClr val="E0E8F7"/>
                </a:solidFill>
              </a:defRPr>
            </a:lvl1pPr>
            <a:lvl2pPr marL="457177" indent="0">
              <a:buNone/>
              <a:defRPr>
                <a:solidFill>
                  <a:schemeClr val="bg1"/>
                </a:solidFill>
              </a:defRPr>
            </a:lvl2pPr>
            <a:lvl3pPr marL="914354" indent="0">
              <a:buNone/>
              <a:defRPr>
                <a:solidFill>
                  <a:schemeClr val="bg1"/>
                </a:solidFill>
              </a:defRPr>
            </a:lvl3pPr>
            <a:lvl4pPr marL="1371531" indent="0">
              <a:buNone/>
              <a:defRPr>
                <a:solidFill>
                  <a:schemeClr val="bg1"/>
                </a:solidFill>
              </a:defRPr>
            </a:lvl4pPr>
            <a:lvl5pPr marL="1828708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fld id="{950A574D-F250-8345-BCFE-50000BC0A5B0}" type="datetime3">
              <a:rPr lang="en-GB" smtClean="0"/>
              <a:t>6 January, 2026</a:t>
            </a:fld>
            <a:endParaRPr lang="en-GB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0EBB041-6C25-006B-B2E3-00DB27F26BB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673784" y="3068575"/>
            <a:ext cx="3434827" cy="576311"/>
          </a:xfrm>
          <a:prstGeom prst="rect">
            <a:avLst/>
          </a:prstGeom>
        </p:spPr>
      </p:pic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DECE5C3A-7D84-D2F3-8F8F-22255907DB0C}"/>
              </a:ext>
            </a:extLst>
          </p:cNvPr>
          <p:cNvSpPr/>
          <p:nvPr userDrawn="1"/>
        </p:nvSpPr>
        <p:spPr>
          <a:xfrm>
            <a:off x="4593515" y="-1269401"/>
            <a:ext cx="8961120" cy="4914288"/>
          </a:xfrm>
          <a:prstGeom prst="roundRect">
            <a:avLst>
              <a:gd name="adj" fmla="val 23908"/>
            </a:avLst>
          </a:prstGeom>
          <a:noFill/>
          <a:ln w="9525">
            <a:solidFill>
              <a:srgbClr val="0629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4150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Dark - Radial split">
    <p:bg>
      <p:bgPr>
        <a:gradFill>
          <a:gsLst>
            <a:gs pos="0">
              <a:srgbClr val="010306"/>
            </a:gs>
            <a:gs pos="100000">
              <a:srgbClr val="031022"/>
            </a:gs>
          </a:gsLst>
          <a:lin ang="30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9C6A0AAC-54D3-2D1D-011D-ED65EF41023A}"/>
              </a:ext>
            </a:extLst>
          </p:cNvPr>
          <p:cNvGrpSpPr/>
          <p:nvPr userDrawn="1"/>
        </p:nvGrpSpPr>
        <p:grpSpPr>
          <a:xfrm rot="20581426">
            <a:off x="5847453" y="-1193426"/>
            <a:ext cx="9244853" cy="9244853"/>
            <a:chOff x="7566920" y="-1193426"/>
            <a:chExt cx="9244853" cy="9244853"/>
          </a:xfrm>
        </p:grpSpPr>
        <p:pic>
          <p:nvPicPr>
            <p:cNvPr id="18" name="Picture 17" descr="A blue circles on a black background&#10;&#10;AI-generated content may be incorrect.">
              <a:extLst>
                <a:ext uri="{FF2B5EF4-FFF2-40B4-BE49-F238E27FC236}">
                  <a16:creationId xmlns:a16="http://schemas.microsoft.com/office/drawing/2014/main" id="{55999312-CF81-DA5D-D70A-5E5FA9E7EE98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/>
            <a:stretch>
              <a:fillRect/>
            </a:stretch>
          </p:blipFill>
          <p:spPr>
            <a:xfrm>
              <a:off x="7566920" y="-1193426"/>
              <a:ext cx="9244853" cy="9244853"/>
            </a:xfrm>
            <a:prstGeom prst="rect">
              <a:avLst/>
            </a:prstGeom>
          </p:spPr>
        </p:pic>
        <p:pic>
          <p:nvPicPr>
            <p:cNvPr id="19" name="Picture 18" descr="A blue and white airplane&#10;&#10;AI-generated content may be incorrect.">
              <a:extLst>
                <a:ext uri="{FF2B5EF4-FFF2-40B4-BE49-F238E27FC236}">
                  <a16:creationId xmlns:a16="http://schemas.microsoft.com/office/drawing/2014/main" id="{89AD0A1B-CF22-88CD-4ACF-ADA7108D18A6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/>
            <a:stretch>
              <a:fillRect/>
            </a:stretch>
          </p:blipFill>
          <p:spPr>
            <a:xfrm rot="19769839">
              <a:off x="9528378" y="4474031"/>
              <a:ext cx="629917" cy="668816"/>
            </a:xfrm>
            <a:prstGeom prst="rect">
              <a:avLst/>
            </a:prstGeom>
          </p:spPr>
        </p:pic>
        <p:pic>
          <p:nvPicPr>
            <p:cNvPr id="20" name="Picture 19" descr="A blue airplane on a black background&#10;&#10;AI-generated content may be incorrect.">
              <a:extLst>
                <a:ext uri="{FF2B5EF4-FFF2-40B4-BE49-F238E27FC236}">
                  <a16:creationId xmlns:a16="http://schemas.microsoft.com/office/drawing/2014/main" id="{0638D31B-D502-5223-DA14-51B0AAB45C60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/>
            <a:stretch>
              <a:fillRect/>
            </a:stretch>
          </p:blipFill>
          <p:spPr>
            <a:xfrm rot="2464015">
              <a:off x="10336371" y="1652053"/>
              <a:ext cx="742684" cy="911965"/>
            </a:xfrm>
            <a:prstGeom prst="rect">
              <a:avLst/>
            </a:prstGeom>
          </p:spPr>
        </p:pic>
        <p:pic>
          <p:nvPicPr>
            <p:cNvPr id="21" name="Picture 20" descr="A helicopter with a propeller&#10;&#10;AI-generated content may be incorrect.">
              <a:extLst>
                <a:ext uri="{FF2B5EF4-FFF2-40B4-BE49-F238E27FC236}">
                  <a16:creationId xmlns:a16="http://schemas.microsoft.com/office/drawing/2014/main" id="{49DA7B25-CC6E-56AA-9AE1-7246899FEC3C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5"/>
            <a:stretch>
              <a:fillRect/>
            </a:stretch>
          </p:blipFill>
          <p:spPr>
            <a:xfrm rot="18616815">
              <a:off x="9868220" y="5937608"/>
              <a:ext cx="516951" cy="625055"/>
            </a:xfrm>
            <a:prstGeom prst="rect">
              <a:avLst/>
            </a:prstGeom>
          </p:spPr>
        </p:pic>
      </p:grpSp>
      <p:sp>
        <p:nvSpPr>
          <p:cNvPr id="6" name="Rectangle 5">
            <a:extLst>
              <a:ext uri="{FF2B5EF4-FFF2-40B4-BE49-F238E27FC236}">
                <a16:creationId xmlns:a16="http://schemas.microsoft.com/office/drawing/2014/main" id="{E031189B-2588-A744-4A5B-4BF83CCF2CBC}"/>
              </a:ext>
            </a:extLst>
          </p:cNvPr>
          <p:cNvSpPr/>
          <p:nvPr userDrawn="1"/>
        </p:nvSpPr>
        <p:spPr>
          <a:xfrm>
            <a:off x="-1" y="4843849"/>
            <a:ext cx="12191999" cy="2014151"/>
          </a:xfrm>
          <a:prstGeom prst="rect">
            <a:avLst/>
          </a:prstGeom>
          <a:solidFill>
            <a:srgbClr val="EFF8F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529C9826-0CE3-7C4B-D683-A1C19C6957AA}"/>
              </a:ext>
            </a:extLst>
          </p:cNvPr>
          <p:cNvSpPr/>
          <p:nvPr userDrawn="1"/>
        </p:nvSpPr>
        <p:spPr>
          <a:xfrm rot="5400000">
            <a:off x="-637538" y="701880"/>
            <a:ext cx="1415978" cy="699612"/>
          </a:xfrm>
          <a:prstGeom prst="roundRect">
            <a:avLst>
              <a:gd name="adj" fmla="val 39925"/>
            </a:avLst>
          </a:prstGeom>
          <a:noFill/>
          <a:ln w="9525">
            <a:solidFill>
              <a:srgbClr val="0629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4942139-C112-631F-FC3D-9A41B326D6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000" y="773887"/>
            <a:ext cx="9462670" cy="553998"/>
          </a:xfrm>
        </p:spPr>
        <p:txBody>
          <a:bodyPr anchor="t" anchorCtr="0">
            <a:spAutoFit/>
          </a:bodyPr>
          <a:lstStyle>
            <a:lvl1pPr>
              <a:defRPr>
                <a:solidFill>
                  <a:srgbClr val="E0E8F7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3D6288-9E17-B744-8198-AA89061BFD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0000" y="1652627"/>
            <a:ext cx="9462670" cy="1189556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>
              <a:defRPr sz="1800">
                <a:solidFill>
                  <a:schemeClr val="bg1"/>
                </a:solidFill>
              </a:defRPr>
            </a:lvl1pPr>
            <a:lvl2pPr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400">
                <a:solidFill>
                  <a:srgbClr val="E0E8F7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13B5020-2488-D66C-615B-BFB237170F7F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rcRect/>
          <a:stretch/>
        </p:blipFill>
        <p:spPr>
          <a:xfrm>
            <a:off x="10469880" y="552098"/>
            <a:ext cx="1167938" cy="195962"/>
          </a:xfrm>
          <a:prstGeom prst="rect">
            <a:avLst/>
          </a:prstGeom>
        </p:spPr>
      </p:pic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1E71881E-0117-4368-8C45-D6C63E60CEFE}"/>
              </a:ext>
            </a:extLst>
          </p:cNvPr>
          <p:cNvSpPr/>
          <p:nvPr userDrawn="1"/>
        </p:nvSpPr>
        <p:spPr>
          <a:xfrm>
            <a:off x="11159985" y="6174604"/>
            <a:ext cx="1298715" cy="931488"/>
          </a:xfrm>
          <a:prstGeom prst="roundRect">
            <a:avLst>
              <a:gd name="adj" fmla="val 34426"/>
            </a:avLst>
          </a:prstGeom>
          <a:noFill/>
          <a:ln w="9525">
            <a:solidFill>
              <a:srgbClr val="CFE2F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E87129FB-B01E-6A59-497C-526AF627060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88476" y="6461968"/>
            <a:ext cx="549341" cy="153888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00" b="0" i="0">
                <a:solidFill>
                  <a:srgbClr val="242D4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fld id="{1B377F6A-2966-294D-95D7-FBB58FDBE7C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63CF3DC3-DDA2-6D1C-4DFB-7134C9E032B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40000" y="6461968"/>
            <a:ext cx="3078186" cy="153888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00" b="0" i="0">
                <a:solidFill>
                  <a:srgbClr val="242D4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r>
              <a:rPr lang="en-US" dirty="0"/>
              <a:t>©</a:t>
            </a:r>
            <a:fld id="{3FEB6F09-2C38-294C-994A-AB349969DE87}" type="datetimeyyyy">
              <a:rPr lang="en-GB" smtClean="0"/>
              <a:pPr/>
              <a:t>2026</a:t>
            </a:fld>
            <a:r>
              <a:rPr lang="en-US" dirty="0"/>
              <a:t> </a:t>
            </a:r>
            <a:r>
              <a:rPr lang="en-US" dirty="0" err="1"/>
              <a:t>TrustFlight</a:t>
            </a:r>
            <a:r>
              <a:rPr lang="en-US" dirty="0"/>
              <a:t> Ltd. All rights reserved. 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119B7852-B8C1-AE58-523F-878D39D12485}"/>
              </a:ext>
            </a:extLst>
          </p:cNvPr>
          <p:cNvSpPr/>
          <p:nvPr userDrawn="1"/>
        </p:nvSpPr>
        <p:spPr>
          <a:xfrm>
            <a:off x="-376058" y="6252425"/>
            <a:ext cx="4114800" cy="931488"/>
          </a:xfrm>
          <a:prstGeom prst="roundRect">
            <a:avLst>
              <a:gd name="adj" fmla="val 34426"/>
            </a:avLst>
          </a:prstGeom>
          <a:noFill/>
          <a:ln w="9525">
            <a:solidFill>
              <a:srgbClr val="CFE2F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ABBEE02-75EF-F4D4-AA76-B1810DDBFDB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6792686"/>
            <a:ext cx="12192000" cy="65314"/>
          </a:xfrm>
          <a:prstGeom prst="rect">
            <a:avLst/>
          </a:prstGeom>
          <a:gradFill flip="none" rotWithShape="1">
            <a:gsLst>
              <a:gs pos="100000">
                <a:srgbClr val="00D5FF"/>
              </a:gs>
              <a:gs pos="0">
                <a:srgbClr val="083976"/>
              </a:gs>
            </a:gsLst>
            <a:lin ang="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ADFAFBB-E041-F86B-E489-0655D035A2C4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rcRect/>
          <a:stretch/>
        </p:blipFill>
        <p:spPr>
          <a:xfrm>
            <a:off x="9029221" y="560627"/>
            <a:ext cx="1125253" cy="164019"/>
          </a:xfrm>
          <a:prstGeom prst="rect">
            <a:avLst/>
          </a:prstGeom>
        </p:spPr>
      </p:pic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736DB05F-E16C-3589-E5CD-B3AD317C1DA5}"/>
              </a:ext>
            </a:extLst>
          </p:cNvPr>
          <p:cNvSpPr/>
          <p:nvPr userDrawn="1"/>
        </p:nvSpPr>
        <p:spPr>
          <a:xfrm>
            <a:off x="8538519" y="-286510"/>
            <a:ext cx="3977331" cy="1338196"/>
          </a:xfrm>
          <a:prstGeom prst="roundRect">
            <a:avLst>
              <a:gd name="adj" fmla="val 23908"/>
            </a:avLst>
          </a:prstGeom>
          <a:noFill/>
          <a:ln w="9525">
            <a:solidFill>
              <a:srgbClr val="0629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8556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Dark - Radial Split 2">
    <p:bg>
      <p:bgPr>
        <a:gradFill>
          <a:gsLst>
            <a:gs pos="0">
              <a:srgbClr val="010306"/>
            </a:gs>
            <a:gs pos="100000">
              <a:srgbClr val="031022"/>
            </a:gs>
          </a:gsLst>
          <a:lin ang="30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blue circles on a black background&#10;&#10;AI-generated content may be incorrect.">
            <a:extLst>
              <a:ext uri="{FF2B5EF4-FFF2-40B4-BE49-F238E27FC236}">
                <a16:creationId xmlns:a16="http://schemas.microsoft.com/office/drawing/2014/main" id="{69D14879-3FD1-B399-D134-A8B34CDC9BE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50000"/>
          </a:blip>
          <a:stretch>
            <a:fillRect/>
          </a:stretch>
        </p:blipFill>
        <p:spPr>
          <a:xfrm rot="6452641">
            <a:off x="1473573" y="-1106715"/>
            <a:ext cx="9244853" cy="9244853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E031189B-2588-A744-4A5B-4BF83CCF2CBC}"/>
              </a:ext>
            </a:extLst>
          </p:cNvPr>
          <p:cNvSpPr/>
          <p:nvPr userDrawn="1"/>
        </p:nvSpPr>
        <p:spPr>
          <a:xfrm>
            <a:off x="-1" y="4843849"/>
            <a:ext cx="12191999" cy="2014151"/>
          </a:xfrm>
          <a:prstGeom prst="rect">
            <a:avLst/>
          </a:prstGeom>
          <a:solidFill>
            <a:srgbClr val="EFF8F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529C9826-0CE3-7C4B-D683-A1C19C6957AA}"/>
              </a:ext>
            </a:extLst>
          </p:cNvPr>
          <p:cNvSpPr/>
          <p:nvPr userDrawn="1"/>
        </p:nvSpPr>
        <p:spPr>
          <a:xfrm rot="5400000">
            <a:off x="-637538" y="701880"/>
            <a:ext cx="1415978" cy="699612"/>
          </a:xfrm>
          <a:prstGeom prst="roundRect">
            <a:avLst>
              <a:gd name="adj" fmla="val 39925"/>
            </a:avLst>
          </a:prstGeom>
          <a:noFill/>
          <a:ln w="9525">
            <a:solidFill>
              <a:srgbClr val="0629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4942139-C112-631F-FC3D-9A41B326D6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000" y="773887"/>
            <a:ext cx="9462670" cy="553998"/>
          </a:xfrm>
        </p:spPr>
        <p:txBody>
          <a:bodyPr anchor="t" anchorCtr="0">
            <a:spAutoFit/>
          </a:bodyPr>
          <a:lstStyle>
            <a:lvl1pPr>
              <a:defRPr>
                <a:solidFill>
                  <a:srgbClr val="E0E8F7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3D6288-9E17-B744-8198-AA89061BFD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0000" y="1652627"/>
            <a:ext cx="9462670" cy="1189556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>
              <a:defRPr sz="1800">
                <a:solidFill>
                  <a:schemeClr val="bg1"/>
                </a:solidFill>
              </a:defRPr>
            </a:lvl1pPr>
            <a:lvl2pPr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400">
                <a:solidFill>
                  <a:srgbClr val="E0E8F7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13B5020-2488-D66C-615B-BFB237170F7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469880" y="552098"/>
            <a:ext cx="1167938" cy="195962"/>
          </a:xfrm>
          <a:prstGeom prst="rect">
            <a:avLst/>
          </a:prstGeom>
        </p:spPr>
      </p:pic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1E71881E-0117-4368-8C45-D6C63E60CEFE}"/>
              </a:ext>
            </a:extLst>
          </p:cNvPr>
          <p:cNvSpPr/>
          <p:nvPr userDrawn="1"/>
        </p:nvSpPr>
        <p:spPr>
          <a:xfrm>
            <a:off x="11159985" y="6174604"/>
            <a:ext cx="1298715" cy="931488"/>
          </a:xfrm>
          <a:prstGeom prst="roundRect">
            <a:avLst>
              <a:gd name="adj" fmla="val 34426"/>
            </a:avLst>
          </a:prstGeom>
          <a:noFill/>
          <a:ln w="9525">
            <a:solidFill>
              <a:srgbClr val="CFE2F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E87129FB-B01E-6A59-497C-526AF627060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88476" y="6461968"/>
            <a:ext cx="549341" cy="153888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00" b="0" i="0">
                <a:solidFill>
                  <a:srgbClr val="242D4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fld id="{1B377F6A-2966-294D-95D7-FBB58FDBE7C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7BE9F6B8-96F5-EE51-43C0-29D3B5BA3FF4}"/>
              </a:ext>
            </a:extLst>
          </p:cNvPr>
          <p:cNvSpPr/>
          <p:nvPr userDrawn="1"/>
        </p:nvSpPr>
        <p:spPr>
          <a:xfrm>
            <a:off x="-376058" y="6252425"/>
            <a:ext cx="4114800" cy="931488"/>
          </a:xfrm>
          <a:prstGeom prst="roundRect">
            <a:avLst>
              <a:gd name="adj" fmla="val 34426"/>
            </a:avLst>
          </a:prstGeom>
          <a:noFill/>
          <a:ln w="9525">
            <a:solidFill>
              <a:srgbClr val="CFE2F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3C9296EB-2AB4-4111-0075-4D54AC9386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40000" y="6461968"/>
            <a:ext cx="3078186" cy="153888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00" b="0" i="0">
                <a:solidFill>
                  <a:srgbClr val="242D4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r>
              <a:rPr lang="en-US" dirty="0"/>
              <a:t>©</a:t>
            </a:r>
            <a:fld id="{3FEB6F09-2C38-294C-994A-AB349969DE87}" type="datetimeyyyy">
              <a:rPr lang="en-GB" smtClean="0"/>
              <a:pPr/>
              <a:t>2026</a:t>
            </a:fld>
            <a:r>
              <a:rPr lang="en-US" dirty="0"/>
              <a:t> </a:t>
            </a:r>
            <a:r>
              <a:rPr lang="en-US" dirty="0" err="1"/>
              <a:t>TrustFlight</a:t>
            </a:r>
            <a:r>
              <a:rPr lang="en-US" dirty="0"/>
              <a:t> Ltd. All rights reserved. 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8FA4049-60F5-491C-CC0F-1DAE70CCBAD7}"/>
              </a:ext>
            </a:extLst>
          </p:cNvPr>
          <p:cNvSpPr/>
          <p:nvPr userDrawn="1"/>
        </p:nvSpPr>
        <p:spPr>
          <a:xfrm>
            <a:off x="0" y="6792686"/>
            <a:ext cx="12192000" cy="65314"/>
          </a:xfrm>
          <a:prstGeom prst="rect">
            <a:avLst/>
          </a:prstGeom>
          <a:gradFill flip="none" rotWithShape="1">
            <a:gsLst>
              <a:gs pos="100000">
                <a:srgbClr val="00D5FF"/>
              </a:gs>
              <a:gs pos="0">
                <a:srgbClr val="083976"/>
              </a:gs>
            </a:gsLst>
            <a:lin ang="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B23B93D-120B-ADE8-C88C-C2C97A43E08E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9029221" y="560627"/>
            <a:ext cx="1125253" cy="164019"/>
          </a:xfrm>
          <a:prstGeom prst="rect">
            <a:avLst/>
          </a:prstGeom>
        </p:spPr>
      </p:pic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3009DF4C-2500-7EDC-9E68-9E8320593F02}"/>
              </a:ext>
            </a:extLst>
          </p:cNvPr>
          <p:cNvSpPr/>
          <p:nvPr userDrawn="1"/>
        </p:nvSpPr>
        <p:spPr>
          <a:xfrm>
            <a:off x="8538519" y="-286510"/>
            <a:ext cx="3977331" cy="1338196"/>
          </a:xfrm>
          <a:prstGeom prst="roundRect">
            <a:avLst>
              <a:gd name="adj" fmla="val 23908"/>
            </a:avLst>
          </a:prstGeom>
          <a:noFill/>
          <a:ln w="9525">
            <a:solidFill>
              <a:srgbClr val="0629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22419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Dark - Radial Centre">
    <p:bg>
      <p:bgPr>
        <a:gradFill>
          <a:gsLst>
            <a:gs pos="0">
              <a:srgbClr val="010306"/>
            </a:gs>
            <a:gs pos="100000">
              <a:srgbClr val="031022"/>
            </a:gs>
          </a:gsLst>
          <a:lin ang="30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 descr="A blue circles on a black background&#10;&#10;AI-generated content may be incorrect.">
            <a:extLst>
              <a:ext uri="{FF2B5EF4-FFF2-40B4-BE49-F238E27FC236}">
                <a16:creationId xmlns:a16="http://schemas.microsoft.com/office/drawing/2014/main" id="{55999312-CF81-DA5D-D70A-5E5FA9E7EE9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50000"/>
          </a:blip>
          <a:stretch>
            <a:fillRect/>
          </a:stretch>
        </p:blipFill>
        <p:spPr>
          <a:xfrm rot="6452641">
            <a:off x="1473571" y="-1193426"/>
            <a:ext cx="9244853" cy="9244853"/>
          </a:xfrm>
          <a:prstGeom prst="rect">
            <a:avLst/>
          </a:prstGeom>
        </p:spPr>
      </p:pic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E56EA198-A2E3-F7E9-18A0-F2CD84A0C83F}"/>
              </a:ext>
            </a:extLst>
          </p:cNvPr>
          <p:cNvSpPr/>
          <p:nvPr userDrawn="1"/>
        </p:nvSpPr>
        <p:spPr>
          <a:xfrm>
            <a:off x="11159985" y="6174604"/>
            <a:ext cx="1298715" cy="931488"/>
          </a:xfrm>
          <a:prstGeom prst="roundRect">
            <a:avLst>
              <a:gd name="adj" fmla="val 34426"/>
            </a:avLst>
          </a:prstGeom>
          <a:noFill/>
          <a:ln w="9525">
            <a:solidFill>
              <a:srgbClr val="0629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529C9826-0CE3-7C4B-D683-A1C19C6957AA}"/>
              </a:ext>
            </a:extLst>
          </p:cNvPr>
          <p:cNvSpPr/>
          <p:nvPr userDrawn="1"/>
        </p:nvSpPr>
        <p:spPr>
          <a:xfrm rot="5400000">
            <a:off x="-637538" y="701880"/>
            <a:ext cx="1415978" cy="699612"/>
          </a:xfrm>
          <a:prstGeom prst="roundRect">
            <a:avLst>
              <a:gd name="adj" fmla="val 39925"/>
            </a:avLst>
          </a:prstGeom>
          <a:noFill/>
          <a:ln w="9525">
            <a:solidFill>
              <a:srgbClr val="0629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4942139-C112-631F-FC3D-9A41B326D6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000" y="773887"/>
            <a:ext cx="9462670" cy="553998"/>
          </a:xfrm>
        </p:spPr>
        <p:txBody>
          <a:bodyPr anchor="t" anchorCtr="0">
            <a:spAutoFit/>
          </a:bodyPr>
          <a:lstStyle>
            <a:lvl1pPr>
              <a:defRPr>
                <a:solidFill>
                  <a:srgbClr val="E0E8F7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3D6288-9E17-B744-8198-AA89061BFD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0000" y="1652627"/>
            <a:ext cx="9462670" cy="1189556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>
              <a:defRPr sz="1800">
                <a:solidFill>
                  <a:schemeClr val="bg1"/>
                </a:solidFill>
              </a:defRPr>
            </a:lvl1pPr>
            <a:lvl2pPr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400">
                <a:solidFill>
                  <a:srgbClr val="E0E8F7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13B5020-2488-D66C-615B-BFB237170F7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469880" y="552098"/>
            <a:ext cx="1167938" cy="195962"/>
          </a:xfrm>
          <a:prstGeom prst="rect">
            <a:avLst/>
          </a:prstGeom>
        </p:spPr>
      </p:pic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1D06611B-F559-C2E0-D70A-FCBB3A56D9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88476" y="6461968"/>
            <a:ext cx="549341" cy="153888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00" b="0" i="0">
                <a:solidFill>
                  <a:srgbClr val="E0E8F7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fld id="{1B377F6A-2966-294D-95D7-FBB58FDBE7C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4A857AFF-B595-58E1-9511-6BF025D72168}"/>
              </a:ext>
            </a:extLst>
          </p:cNvPr>
          <p:cNvSpPr/>
          <p:nvPr userDrawn="1"/>
        </p:nvSpPr>
        <p:spPr>
          <a:xfrm>
            <a:off x="-376058" y="6252425"/>
            <a:ext cx="4114800" cy="931488"/>
          </a:xfrm>
          <a:prstGeom prst="roundRect">
            <a:avLst>
              <a:gd name="adj" fmla="val 34426"/>
            </a:avLst>
          </a:prstGeom>
          <a:noFill/>
          <a:ln w="9525">
            <a:solidFill>
              <a:srgbClr val="0629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D966E1D-27CB-9CAE-BEC0-519A8246C131}"/>
              </a:ext>
            </a:extLst>
          </p:cNvPr>
          <p:cNvSpPr/>
          <p:nvPr userDrawn="1"/>
        </p:nvSpPr>
        <p:spPr>
          <a:xfrm>
            <a:off x="0" y="6792686"/>
            <a:ext cx="12192000" cy="65314"/>
          </a:xfrm>
          <a:prstGeom prst="rect">
            <a:avLst/>
          </a:prstGeom>
          <a:gradFill flip="none" rotWithShape="1">
            <a:gsLst>
              <a:gs pos="100000">
                <a:schemeClr val="bg1"/>
              </a:gs>
              <a:gs pos="0">
                <a:srgbClr val="CFE2F3"/>
              </a:gs>
            </a:gsLst>
            <a:lin ang="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ooter Placeholder 4">
            <a:extLst>
              <a:ext uri="{FF2B5EF4-FFF2-40B4-BE49-F238E27FC236}">
                <a16:creationId xmlns:a16="http://schemas.microsoft.com/office/drawing/2014/main" id="{79A745F5-D09F-3BA7-3BF3-46D75C0E4C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40000" y="6461968"/>
            <a:ext cx="3078186" cy="153888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00" b="0" i="0">
                <a:solidFill>
                  <a:srgbClr val="CFE2F3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r>
              <a:rPr lang="en-US"/>
              <a:t>©</a:t>
            </a:r>
            <a:fld id="{3FEB6F09-2C38-294C-994A-AB349969DE87}" type="datetimeyyyy">
              <a:rPr lang="en-GB" smtClean="0"/>
              <a:pPr/>
              <a:t>2026</a:t>
            </a:fld>
            <a:r>
              <a:rPr lang="en-US"/>
              <a:t> TrustFlight Ltd. All rights reserved. 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444B0AE-BDB8-2B0A-8CCA-A78948240FEB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9029221" y="560627"/>
            <a:ext cx="1125253" cy="164019"/>
          </a:xfrm>
          <a:prstGeom prst="rect">
            <a:avLst/>
          </a:prstGeom>
        </p:spPr>
      </p:pic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8B84F321-D874-DEDA-CADA-9E4388278474}"/>
              </a:ext>
            </a:extLst>
          </p:cNvPr>
          <p:cNvSpPr/>
          <p:nvPr userDrawn="1"/>
        </p:nvSpPr>
        <p:spPr>
          <a:xfrm>
            <a:off x="8538519" y="-286510"/>
            <a:ext cx="3977331" cy="1338196"/>
          </a:xfrm>
          <a:prstGeom prst="roundRect">
            <a:avLst>
              <a:gd name="adj" fmla="val 23908"/>
            </a:avLst>
          </a:prstGeom>
          <a:noFill/>
          <a:ln w="9525">
            <a:solidFill>
              <a:srgbClr val="0629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26343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Dark - Blank">
    <p:bg>
      <p:bgPr>
        <a:gradFill>
          <a:gsLst>
            <a:gs pos="0">
              <a:srgbClr val="010306"/>
            </a:gs>
            <a:gs pos="100000">
              <a:srgbClr val="031022"/>
            </a:gs>
          </a:gsLst>
          <a:lin ang="30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E56EA198-A2E3-F7E9-18A0-F2CD84A0C83F}"/>
              </a:ext>
            </a:extLst>
          </p:cNvPr>
          <p:cNvSpPr/>
          <p:nvPr userDrawn="1"/>
        </p:nvSpPr>
        <p:spPr>
          <a:xfrm>
            <a:off x="11159985" y="6174604"/>
            <a:ext cx="1298715" cy="931488"/>
          </a:xfrm>
          <a:prstGeom prst="roundRect">
            <a:avLst>
              <a:gd name="adj" fmla="val 34426"/>
            </a:avLst>
          </a:prstGeom>
          <a:noFill/>
          <a:ln w="9525">
            <a:solidFill>
              <a:srgbClr val="0629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529C9826-0CE3-7C4B-D683-A1C19C6957AA}"/>
              </a:ext>
            </a:extLst>
          </p:cNvPr>
          <p:cNvSpPr/>
          <p:nvPr userDrawn="1"/>
        </p:nvSpPr>
        <p:spPr>
          <a:xfrm rot="5400000">
            <a:off x="-637538" y="701880"/>
            <a:ext cx="1415978" cy="699612"/>
          </a:xfrm>
          <a:prstGeom prst="roundRect">
            <a:avLst>
              <a:gd name="adj" fmla="val 39925"/>
            </a:avLst>
          </a:prstGeom>
          <a:noFill/>
          <a:ln w="9525">
            <a:solidFill>
              <a:srgbClr val="0629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4942139-C112-631F-FC3D-9A41B326D6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000" y="774000"/>
            <a:ext cx="9462670" cy="553998"/>
          </a:xfrm>
        </p:spPr>
        <p:txBody>
          <a:bodyPr anchor="t" anchorCtr="0">
            <a:spAutoFit/>
          </a:bodyPr>
          <a:lstStyle>
            <a:lvl1pPr>
              <a:defRPr>
                <a:solidFill>
                  <a:srgbClr val="E0E8F7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3D6288-9E17-B744-8198-AA89061BFD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0000" y="1652627"/>
            <a:ext cx="9462670" cy="1189556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>
              <a:defRPr sz="1800">
                <a:solidFill>
                  <a:schemeClr val="bg1"/>
                </a:solidFill>
              </a:defRPr>
            </a:lvl1pPr>
            <a:lvl2pPr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400">
                <a:solidFill>
                  <a:srgbClr val="E0E8F7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13B5020-2488-D66C-615B-BFB237170F7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10469880" y="552098"/>
            <a:ext cx="1167938" cy="195962"/>
          </a:xfrm>
          <a:prstGeom prst="rect">
            <a:avLst/>
          </a:prstGeom>
        </p:spPr>
      </p:pic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1D06611B-F559-C2E0-D70A-FCBB3A56D9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88476" y="6461968"/>
            <a:ext cx="549341" cy="153888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00" b="0" i="0">
                <a:solidFill>
                  <a:srgbClr val="E0E8F7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fld id="{1B377F6A-2966-294D-95D7-FBB58FDBE7C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D940333D-10CE-DA32-F1DC-0F004BD0356F}"/>
              </a:ext>
            </a:extLst>
          </p:cNvPr>
          <p:cNvSpPr/>
          <p:nvPr userDrawn="1"/>
        </p:nvSpPr>
        <p:spPr>
          <a:xfrm>
            <a:off x="-376058" y="6252425"/>
            <a:ext cx="4114800" cy="931488"/>
          </a:xfrm>
          <a:prstGeom prst="roundRect">
            <a:avLst>
              <a:gd name="adj" fmla="val 34426"/>
            </a:avLst>
          </a:prstGeom>
          <a:noFill/>
          <a:ln w="9525">
            <a:solidFill>
              <a:srgbClr val="0629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62B9C2B-7E14-89DA-DFCC-408BF1DD5672}"/>
              </a:ext>
            </a:extLst>
          </p:cNvPr>
          <p:cNvSpPr/>
          <p:nvPr userDrawn="1"/>
        </p:nvSpPr>
        <p:spPr>
          <a:xfrm>
            <a:off x="0" y="6792686"/>
            <a:ext cx="12192000" cy="65314"/>
          </a:xfrm>
          <a:prstGeom prst="rect">
            <a:avLst/>
          </a:prstGeom>
          <a:gradFill flip="none" rotWithShape="1">
            <a:gsLst>
              <a:gs pos="100000">
                <a:schemeClr val="bg1"/>
              </a:gs>
              <a:gs pos="0">
                <a:srgbClr val="CFE2F3"/>
              </a:gs>
            </a:gsLst>
            <a:lin ang="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ooter Placeholder 4">
            <a:extLst>
              <a:ext uri="{FF2B5EF4-FFF2-40B4-BE49-F238E27FC236}">
                <a16:creationId xmlns:a16="http://schemas.microsoft.com/office/drawing/2014/main" id="{CEA4D19C-17E5-6B06-9BE1-E1F4F27DF87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40000" y="6461968"/>
            <a:ext cx="3078186" cy="153888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00" b="0" i="0">
                <a:solidFill>
                  <a:srgbClr val="CFE2F3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r>
              <a:rPr lang="en-US"/>
              <a:t>©</a:t>
            </a:r>
            <a:fld id="{3FEB6F09-2C38-294C-994A-AB349969DE87}" type="datetimeyyyy">
              <a:rPr lang="en-GB" smtClean="0"/>
              <a:pPr/>
              <a:t>2026</a:t>
            </a:fld>
            <a:r>
              <a:rPr lang="en-US"/>
              <a:t> TrustFlight Ltd. All rights reserved. 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DAFD955-A5B1-C4BA-78D0-0776EBEABDC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9029221" y="560627"/>
            <a:ext cx="1125253" cy="164019"/>
          </a:xfrm>
          <a:prstGeom prst="rect">
            <a:avLst/>
          </a:prstGeom>
        </p:spPr>
      </p:pic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9136C942-A13B-FA6F-3EFE-6D4F583678E4}"/>
              </a:ext>
            </a:extLst>
          </p:cNvPr>
          <p:cNvSpPr/>
          <p:nvPr userDrawn="1"/>
        </p:nvSpPr>
        <p:spPr>
          <a:xfrm>
            <a:off x="8538519" y="-286510"/>
            <a:ext cx="3977331" cy="1338196"/>
          </a:xfrm>
          <a:prstGeom prst="roundRect">
            <a:avLst>
              <a:gd name="adj" fmla="val 23908"/>
            </a:avLst>
          </a:prstGeom>
          <a:noFill/>
          <a:ln w="9525">
            <a:solidFill>
              <a:srgbClr val="0629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34996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Dark - Globe Split">
    <p:bg>
      <p:bgPr>
        <a:gradFill>
          <a:gsLst>
            <a:gs pos="0">
              <a:srgbClr val="010306"/>
            </a:gs>
            <a:gs pos="100000">
              <a:srgbClr val="031022"/>
            </a:gs>
          </a:gsLst>
          <a:lin ang="30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blue circles on a black background&#10;&#10;AI-generated content may be incorrect.">
            <a:extLst>
              <a:ext uri="{FF2B5EF4-FFF2-40B4-BE49-F238E27FC236}">
                <a16:creationId xmlns:a16="http://schemas.microsoft.com/office/drawing/2014/main" id="{F2F26713-7C9D-6F0B-0011-AF754F4241C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50000"/>
          </a:blip>
          <a:stretch>
            <a:fillRect/>
          </a:stretch>
        </p:blipFill>
        <p:spPr>
          <a:xfrm rot="6452641">
            <a:off x="7584110" y="-1874744"/>
            <a:ext cx="9244853" cy="9244853"/>
          </a:xfrm>
          <a:prstGeom prst="rect">
            <a:avLst/>
          </a:prstGeom>
        </p:spPr>
      </p:pic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529C9826-0CE3-7C4B-D683-A1C19C6957AA}"/>
              </a:ext>
            </a:extLst>
          </p:cNvPr>
          <p:cNvSpPr/>
          <p:nvPr userDrawn="1"/>
        </p:nvSpPr>
        <p:spPr>
          <a:xfrm rot="5400000">
            <a:off x="-637538" y="701880"/>
            <a:ext cx="1415978" cy="699612"/>
          </a:xfrm>
          <a:prstGeom prst="roundRect">
            <a:avLst>
              <a:gd name="adj" fmla="val 39925"/>
            </a:avLst>
          </a:prstGeom>
          <a:noFill/>
          <a:ln w="9525">
            <a:solidFill>
              <a:srgbClr val="0629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4942139-C112-631F-FC3D-9A41B326D6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000" y="774000"/>
            <a:ext cx="9462670" cy="553998"/>
          </a:xfrm>
        </p:spPr>
        <p:txBody>
          <a:bodyPr anchor="t" anchorCtr="0">
            <a:spAutoFit/>
          </a:bodyPr>
          <a:lstStyle>
            <a:lvl1pPr>
              <a:defRPr>
                <a:solidFill>
                  <a:srgbClr val="E0E8F7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3D6288-9E17-B744-8198-AA89061BFD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0000" y="1652627"/>
            <a:ext cx="9462670" cy="1189556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>
              <a:defRPr sz="1800" b="0" i="0">
                <a:solidFill>
                  <a:schemeClr val="bg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  <a:lvl2pPr>
              <a:defRPr sz="1800" b="0" i="0">
                <a:solidFill>
                  <a:schemeClr val="bg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2pPr>
            <a:lvl3pPr>
              <a:defRPr sz="1800" b="0" i="0">
                <a:solidFill>
                  <a:schemeClr val="bg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3pPr>
            <a:lvl4pPr>
              <a:defRPr sz="1800" b="0" i="0">
                <a:solidFill>
                  <a:schemeClr val="bg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4pPr>
            <a:lvl5pPr>
              <a:defRPr sz="1400">
                <a:solidFill>
                  <a:srgbClr val="E0E8F7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13B5020-2488-D66C-615B-BFB237170F7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469880" y="552098"/>
            <a:ext cx="1167938" cy="19596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519207E-3F35-CD84-0CED-B1618F8C1443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10405782" y="944803"/>
            <a:ext cx="3572435" cy="356698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FB055498-3013-8FBE-B680-30D25ED0BA42}"/>
              </a:ext>
            </a:extLst>
          </p:cNvPr>
          <p:cNvSpPr/>
          <p:nvPr userDrawn="1"/>
        </p:nvSpPr>
        <p:spPr>
          <a:xfrm>
            <a:off x="-1" y="4843849"/>
            <a:ext cx="12191999" cy="2014151"/>
          </a:xfrm>
          <a:prstGeom prst="rect">
            <a:avLst/>
          </a:prstGeom>
          <a:solidFill>
            <a:srgbClr val="EFF8F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312B68EC-D0DA-54CD-18E4-4639FE2CDFDC}"/>
              </a:ext>
            </a:extLst>
          </p:cNvPr>
          <p:cNvSpPr/>
          <p:nvPr userDrawn="1"/>
        </p:nvSpPr>
        <p:spPr>
          <a:xfrm>
            <a:off x="11159985" y="6174604"/>
            <a:ext cx="1298715" cy="931488"/>
          </a:xfrm>
          <a:prstGeom prst="roundRect">
            <a:avLst>
              <a:gd name="adj" fmla="val 34426"/>
            </a:avLst>
          </a:prstGeom>
          <a:noFill/>
          <a:ln w="9525">
            <a:solidFill>
              <a:srgbClr val="CFE2F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E740AF2B-59A0-DBEC-6E84-EC7BD1EAF40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88476" y="6461968"/>
            <a:ext cx="549341" cy="153888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00" b="0" i="0">
                <a:solidFill>
                  <a:srgbClr val="242D4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fld id="{1B377F6A-2966-294D-95D7-FBB58FDBE7C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E434BF88-F15B-815A-FDDB-8E9C9478C6A9}"/>
              </a:ext>
            </a:extLst>
          </p:cNvPr>
          <p:cNvSpPr/>
          <p:nvPr userDrawn="1"/>
        </p:nvSpPr>
        <p:spPr>
          <a:xfrm>
            <a:off x="-376058" y="6252425"/>
            <a:ext cx="4114800" cy="931488"/>
          </a:xfrm>
          <a:prstGeom prst="roundRect">
            <a:avLst>
              <a:gd name="adj" fmla="val 34426"/>
            </a:avLst>
          </a:prstGeom>
          <a:noFill/>
          <a:ln w="9525">
            <a:solidFill>
              <a:srgbClr val="CFE2F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ooter Placeholder 4">
            <a:extLst>
              <a:ext uri="{FF2B5EF4-FFF2-40B4-BE49-F238E27FC236}">
                <a16:creationId xmlns:a16="http://schemas.microsoft.com/office/drawing/2014/main" id="{566CDEB6-7A1D-6109-42FC-D9A1581E337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40000" y="6461968"/>
            <a:ext cx="3078186" cy="153888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00" b="0" i="0">
                <a:solidFill>
                  <a:srgbClr val="242D4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r>
              <a:rPr lang="en-US" dirty="0"/>
              <a:t>©</a:t>
            </a:r>
            <a:fld id="{3FEB6F09-2C38-294C-994A-AB349969DE87}" type="datetimeyyyy">
              <a:rPr lang="en-GB" smtClean="0"/>
              <a:pPr/>
              <a:t>2026</a:t>
            </a:fld>
            <a:r>
              <a:rPr lang="en-US" dirty="0"/>
              <a:t> </a:t>
            </a:r>
            <a:r>
              <a:rPr lang="en-US" dirty="0" err="1"/>
              <a:t>TrustFlight</a:t>
            </a:r>
            <a:r>
              <a:rPr lang="en-US" dirty="0"/>
              <a:t> Ltd. All rights reserved. 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265F3A7-827A-682A-6ECF-7FB99FB6D389}"/>
              </a:ext>
            </a:extLst>
          </p:cNvPr>
          <p:cNvSpPr/>
          <p:nvPr userDrawn="1"/>
        </p:nvSpPr>
        <p:spPr>
          <a:xfrm>
            <a:off x="0" y="6792686"/>
            <a:ext cx="12192000" cy="65314"/>
          </a:xfrm>
          <a:prstGeom prst="rect">
            <a:avLst/>
          </a:prstGeom>
          <a:gradFill flip="none" rotWithShape="1">
            <a:gsLst>
              <a:gs pos="100000">
                <a:srgbClr val="00D5FF"/>
              </a:gs>
              <a:gs pos="0">
                <a:srgbClr val="083976"/>
              </a:gs>
            </a:gsLst>
            <a:lin ang="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C62D2A9-A050-D036-66EA-EE8105010163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rcRect/>
          <a:stretch/>
        </p:blipFill>
        <p:spPr>
          <a:xfrm>
            <a:off x="9029221" y="560627"/>
            <a:ext cx="1125253" cy="164019"/>
          </a:xfrm>
          <a:prstGeom prst="rect">
            <a:avLst/>
          </a:prstGeom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2857FAF1-4B7E-C857-4161-DC477F5DD207}"/>
              </a:ext>
            </a:extLst>
          </p:cNvPr>
          <p:cNvSpPr/>
          <p:nvPr userDrawn="1"/>
        </p:nvSpPr>
        <p:spPr>
          <a:xfrm>
            <a:off x="8538519" y="-286510"/>
            <a:ext cx="3977331" cy="1338196"/>
          </a:xfrm>
          <a:prstGeom prst="roundRect">
            <a:avLst>
              <a:gd name="adj" fmla="val 23908"/>
            </a:avLst>
          </a:prstGeom>
          <a:noFill/>
          <a:ln w="9525">
            <a:solidFill>
              <a:srgbClr val="0629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52900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Dark - Globe">
    <p:bg>
      <p:bgPr>
        <a:gradFill>
          <a:gsLst>
            <a:gs pos="0">
              <a:srgbClr val="010306"/>
            </a:gs>
            <a:gs pos="100000">
              <a:srgbClr val="031022"/>
            </a:gs>
          </a:gsLst>
          <a:lin ang="30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blue circles on a black background&#10;&#10;AI-generated content may be incorrect.">
            <a:extLst>
              <a:ext uri="{FF2B5EF4-FFF2-40B4-BE49-F238E27FC236}">
                <a16:creationId xmlns:a16="http://schemas.microsoft.com/office/drawing/2014/main" id="{F2F26713-7C9D-6F0B-0011-AF754F4241C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50000"/>
          </a:blip>
          <a:stretch>
            <a:fillRect/>
          </a:stretch>
        </p:blipFill>
        <p:spPr>
          <a:xfrm rot="6452641">
            <a:off x="7584110" y="-1874744"/>
            <a:ext cx="9244853" cy="9244853"/>
          </a:xfrm>
          <a:prstGeom prst="rect">
            <a:avLst/>
          </a:prstGeom>
        </p:spPr>
      </p:pic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529C9826-0CE3-7C4B-D683-A1C19C6957AA}"/>
              </a:ext>
            </a:extLst>
          </p:cNvPr>
          <p:cNvSpPr/>
          <p:nvPr userDrawn="1"/>
        </p:nvSpPr>
        <p:spPr>
          <a:xfrm rot="5400000">
            <a:off x="-637538" y="701880"/>
            <a:ext cx="1415978" cy="699612"/>
          </a:xfrm>
          <a:prstGeom prst="roundRect">
            <a:avLst>
              <a:gd name="adj" fmla="val 39925"/>
            </a:avLst>
          </a:prstGeom>
          <a:noFill/>
          <a:ln w="9525">
            <a:solidFill>
              <a:srgbClr val="0629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4942139-C112-631F-FC3D-9A41B326D6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000" y="774000"/>
            <a:ext cx="9462670" cy="553998"/>
          </a:xfrm>
        </p:spPr>
        <p:txBody>
          <a:bodyPr anchor="t" anchorCtr="0">
            <a:spAutoFit/>
          </a:bodyPr>
          <a:lstStyle>
            <a:lvl1pPr>
              <a:defRPr>
                <a:solidFill>
                  <a:srgbClr val="E0E8F7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3D6288-9E17-B744-8198-AA89061BFD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0000" y="1652627"/>
            <a:ext cx="9462670" cy="1189556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>
              <a:defRPr sz="1800">
                <a:solidFill>
                  <a:schemeClr val="bg1"/>
                </a:solidFill>
              </a:defRPr>
            </a:lvl1pPr>
            <a:lvl2pPr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400">
                <a:solidFill>
                  <a:srgbClr val="E0E8F7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13B5020-2488-D66C-615B-BFB237170F7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469880" y="552098"/>
            <a:ext cx="1167938" cy="19596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519207E-3F35-CD84-0CED-B1618F8C1443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10405782" y="944803"/>
            <a:ext cx="3572435" cy="3566980"/>
          </a:xfrm>
          <a:prstGeom prst="rect">
            <a:avLst/>
          </a:prstGeom>
        </p:spPr>
      </p:pic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2E0CD03D-BF27-E0C2-C3DE-16C26321AC02}"/>
              </a:ext>
            </a:extLst>
          </p:cNvPr>
          <p:cNvSpPr/>
          <p:nvPr userDrawn="1"/>
        </p:nvSpPr>
        <p:spPr>
          <a:xfrm>
            <a:off x="11159985" y="6174604"/>
            <a:ext cx="1298715" cy="931488"/>
          </a:xfrm>
          <a:prstGeom prst="roundRect">
            <a:avLst>
              <a:gd name="adj" fmla="val 34426"/>
            </a:avLst>
          </a:prstGeom>
          <a:noFill/>
          <a:ln w="9525">
            <a:solidFill>
              <a:srgbClr val="0629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871390C9-6FA6-0582-80FE-B7C9B5BEFAF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88476" y="6461968"/>
            <a:ext cx="549341" cy="153888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00" b="0" i="0">
                <a:solidFill>
                  <a:srgbClr val="E0E8F7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fld id="{1B377F6A-2966-294D-95D7-FBB58FDBE7C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7A199661-3BA7-E2BC-CC90-E0EB0694B282}"/>
              </a:ext>
            </a:extLst>
          </p:cNvPr>
          <p:cNvSpPr/>
          <p:nvPr userDrawn="1"/>
        </p:nvSpPr>
        <p:spPr>
          <a:xfrm>
            <a:off x="-376058" y="6252425"/>
            <a:ext cx="4114800" cy="931488"/>
          </a:xfrm>
          <a:prstGeom prst="roundRect">
            <a:avLst>
              <a:gd name="adj" fmla="val 34426"/>
            </a:avLst>
          </a:prstGeom>
          <a:noFill/>
          <a:ln w="9525">
            <a:solidFill>
              <a:srgbClr val="0629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DEB5DB8-87F8-6159-8FDF-B3D3464510ED}"/>
              </a:ext>
            </a:extLst>
          </p:cNvPr>
          <p:cNvSpPr/>
          <p:nvPr userDrawn="1"/>
        </p:nvSpPr>
        <p:spPr>
          <a:xfrm>
            <a:off x="0" y="6792686"/>
            <a:ext cx="12192000" cy="65314"/>
          </a:xfrm>
          <a:prstGeom prst="rect">
            <a:avLst/>
          </a:prstGeom>
          <a:gradFill flip="none" rotWithShape="1">
            <a:gsLst>
              <a:gs pos="100000">
                <a:schemeClr val="bg1"/>
              </a:gs>
              <a:gs pos="0">
                <a:srgbClr val="CFE2F3"/>
              </a:gs>
            </a:gsLst>
            <a:lin ang="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47A178D5-C017-8731-243C-46489A1FB5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40000" y="6461968"/>
            <a:ext cx="3078186" cy="153888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00" b="0" i="0">
                <a:solidFill>
                  <a:srgbClr val="CFE2F3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r>
              <a:rPr lang="en-US"/>
              <a:t>©</a:t>
            </a:r>
            <a:fld id="{3FEB6F09-2C38-294C-994A-AB349969DE87}" type="datetimeyyyy">
              <a:rPr lang="en-GB" smtClean="0"/>
              <a:pPr/>
              <a:t>2026</a:t>
            </a:fld>
            <a:r>
              <a:rPr lang="en-US"/>
              <a:t> TrustFlight Ltd. All rights reserved. </a:t>
            </a:r>
            <a:endParaRPr lang="en-US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71943CFF-B5F5-BEB1-DED1-D4B687F6C6F3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rcRect/>
          <a:stretch/>
        </p:blipFill>
        <p:spPr>
          <a:xfrm>
            <a:off x="9029221" y="560627"/>
            <a:ext cx="1125253" cy="164019"/>
          </a:xfrm>
          <a:prstGeom prst="rect">
            <a:avLst/>
          </a:prstGeom>
        </p:spPr>
      </p:pic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C150AE72-C5C6-49D2-AE61-40EE3397A8D4}"/>
              </a:ext>
            </a:extLst>
          </p:cNvPr>
          <p:cNvSpPr/>
          <p:nvPr userDrawn="1"/>
        </p:nvSpPr>
        <p:spPr>
          <a:xfrm>
            <a:off x="8538519" y="-286510"/>
            <a:ext cx="3977331" cy="1338196"/>
          </a:xfrm>
          <a:prstGeom prst="roundRect">
            <a:avLst>
              <a:gd name="adj" fmla="val 23908"/>
            </a:avLst>
          </a:prstGeom>
          <a:noFill/>
          <a:ln w="9525">
            <a:solidFill>
              <a:srgbClr val="0629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7358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- Section Break">
    <p:bg>
      <p:bgPr>
        <a:gradFill>
          <a:gsLst>
            <a:gs pos="0">
              <a:srgbClr val="010306"/>
            </a:gs>
            <a:gs pos="100000">
              <a:srgbClr val="031022"/>
            </a:gs>
          </a:gsLst>
          <a:lin ang="30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9442DE2E-5B8F-6CE4-54C3-E6157C4753EB}"/>
              </a:ext>
            </a:extLst>
          </p:cNvPr>
          <p:cNvGrpSpPr/>
          <p:nvPr userDrawn="1"/>
        </p:nvGrpSpPr>
        <p:grpSpPr>
          <a:xfrm>
            <a:off x="5847453" y="-1193426"/>
            <a:ext cx="9244853" cy="9244853"/>
            <a:chOff x="7566920" y="-1193426"/>
            <a:chExt cx="9244853" cy="9244853"/>
          </a:xfrm>
        </p:grpSpPr>
        <p:pic>
          <p:nvPicPr>
            <p:cNvPr id="7" name="Picture 6" descr="A blue circles on a black background&#10;&#10;AI-generated content may be incorrect.">
              <a:extLst>
                <a:ext uri="{FF2B5EF4-FFF2-40B4-BE49-F238E27FC236}">
                  <a16:creationId xmlns:a16="http://schemas.microsoft.com/office/drawing/2014/main" id="{D08A3E1C-39F1-8078-A76D-1AC7E9712D02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/>
            <a:stretch>
              <a:fillRect/>
            </a:stretch>
          </p:blipFill>
          <p:spPr>
            <a:xfrm>
              <a:off x="7566920" y="-1193426"/>
              <a:ext cx="9244853" cy="9244853"/>
            </a:xfrm>
            <a:prstGeom prst="rect">
              <a:avLst/>
            </a:prstGeom>
          </p:spPr>
        </p:pic>
        <p:pic>
          <p:nvPicPr>
            <p:cNvPr id="11" name="Picture 10" descr="A blue and white airplane&#10;&#10;AI-generated content may be incorrect.">
              <a:extLst>
                <a:ext uri="{FF2B5EF4-FFF2-40B4-BE49-F238E27FC236}">
                  <a16:creationId xmlns:a16="http://schemas.microsoft.com/office/drawing/2014/main" id="{0AFF6174-8FD9-567F-5F1F-3CDA80E82EB4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/>
            <a:stretch>
              <a:fillRect/>
            </a:stretch>
          </p:blipFill>
          <p:spPr>
            <a:xfrm rot="19769839">
              <a:off x="9528378" y="4474031"/>
              <a:ext cx="629917" cy="668816"/>
            </a:xfrm>
            <a:prstGeom prst="rect">
              <a:avLst/>
            </a:prstGeom>
          </p:spPr>
        </p:pic>
        <p:pic>
          <p:nvPicPr>
            <p:cNvPr id="13" name="Picture 12" descr="A blue airplane on a black background&#10;&#10;AI-generated content may be incorrect.">
              <a:extLst>
                <a:ext uri="{FF2B5EF4-FFF2-40B4-BE49-F238E27FC236}">
                  <a16:creationId xmlns:a16="http://schemas.microsoft.com/office/drawing/2014/main" id="{F51948AD-0172-CFE1-C964-0B7BEA9327F1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/>
            <a:stretch>
              <a:fillRect/>
            </a:stretch>
          </p:blipFill>
          <p:spPr>
            <a:xfrm rot="2464015">
              <a:off x="10336371" y="1652053"/>
              <a:ext cx="742684" cy="911965"/>
            </a:xfrm>
            <a:prstGeom prst="rect">
              <a:avLst/>
            </a:prstGeom>
          </p:spPr>
        </p:pic>
        <p:pic>
          <p:nvPicPr>
            <p:cNvPr id="15" name="Picture 14" descr="A helicopter with a propeller&#10;&#10;AI-generated content may be incorrect.">
              <a:extLst>
                <a:ext uri="{FF2B5EF4-FFF2-40B4-BE49-F238E27FC236}">
                  <a16:creationId xmlns:a16="http://schemas.microsoft.com/office/drawing/2014/main" id="{D2CEBE7D-CA87-089C-194E-7DEB851CBA58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5"/>
            <a:stretch>
              <a:fillRect/>
            </a:stretch>
          </p:blipFill>
          <p:spPr>
            <a:xfrm rot="18616815">
              <a:off x="9868220" y="5937608"/>
              <a:ext cx="516951" cy="625055"/>
            </a:xfrm>
            <a:prstGeom prst="rect">
              <a:avLst/>
            </a:prstGeom>
          </p:spPr>
        </p:pic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34942139-C112-631F-FC3D-9A41B326D6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001" y="2875002"/>
            <a:ext cx="8331626" cy="553998"/>
          </a:xfrm>
        </p:spPr>
        <p:txBody>
          <a:bodyPr/>
          <a:lstStyle>
            <a:lvl1pPr>
              <a:defRPr>
                <a:solidFill>
                  <a:srgbClr val="E0E8F7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13B5020-2488-D66C-615B-BFB237170F7F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rcRect/>
          <a:stretch/>
        </p:blipFill>
        <p:spPr>
          <a:xfrm>
            <a:off x="10469880" y="552098"/>
            <a:ext cx="1167938" cy="195962"/>
          </a:xfrm>
          <a:prstGeom prst="rect">
            <a:avLst/>
          </a:prstGeom>
        </p:spPr>
      </p:pic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A2C72C0B-77D9-BCF2-79CE-2EEEB645B40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88476" y="6461968"/>
            <a:ext cx="549341" cy="153888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00" b="0" i="0">
                <a:solidFill>
                  <a:srgbClr val="E0E8F7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fld id="{1B377F6A-2966-294D-95D7-FBB58FDBE7C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6A235382-B2F0-543D-52FA-037B0B803308}"/>
              </a:ext>
            </a:extLst>
          </p:cNvPr>
          <p:cNvSpPr/>
          <p:nvPr userDrawn="1"/>
        </p:nvSpPr>
        <p:spPr>
          <a:xfrm rot="5400000">
            <a:off x="-637538" y="2802195"/>
            <a:ext cx="1415978" cy="699612"/>
          </a:xfrm>
          <a:prstGeom prst="roundRect">
            <a:avLst>
              <a:gd name="adj" fmla="val 39925"/>
            </a:avLst>
          </a:prstGeom>
          <a:noFill/>
          <a:ln w="9525">
            <a:solidFill>
              <a:srgbClr val="0629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37C9A04B-12B5-AFA9-D297-C3091944C788}"/>
              </a:ext>
            </a:extLst>
          </p:cNvPr>
          <p:cNvSpPr/>
          <p:nvPr userDrawn="1"/>
        </p:nvSpPr>
        <p:spPr>
          <a:xfrm>
            <a:off x="11159985" y="6174604"/>
            <a:ext cx="1298715" cy="931488"/>
          </a:xfrm>
          <a:prstGeom prst="roundRect">
            <a:avLst>
              <a:gd name="adj" fmla="val 34426"/>
            </a:avLst>
          </a:prstGeom>
          <a:noFill/>
          <a:ln w="9525">
            <a:solidFill>
              <a:srgbClr val="0629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46ECB326-8166-1AE2-CEFB-55D4F5159F1B}"/>
              </a:ext>
            </a:extLst>
          </p:cNvPr>
          <p:cNvSpPr/>
          <p:nvPr userDrawn="1"/>
        </p:nvSpPr>
        <p:spPr>
          <a:xfrm>
            <a:off x="-376058" y="6252425"/>
            <a:ext cx="4114800" cy="931488"/>
          </a:xfrm>
          <a:prstGeom prst="roundRect">
            <a:avLst>
              <a:gd name="adj" fmla="val 34426"/>
            </a:avLst>
          </a:prstGeom>
          <a:noFill/>
          <a:ln w="9525">
            <a:solidFill>
              <a:srgbClr val="0629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79127F0-7558-55A0-C85A-D692B3C4C67B}"/>
              </a:ext>
            </a:extLst>
          </p:cNvPr>
          <p:cNvSpPr/>
          <p:nvPr userDrawn="1"/>
        </p:nvSpPr>
        <p:spPr>
          <a:xfrm>
            <a:off x="0" y="6792686"/>
            <a:ext cx="12192000" cy="65314"/>
          </a:xfrm>
          <a:prstGeom prst="rect">
            <a:avLst/>
          </a:prstGeom>
          <a:gradFill flip="none" rotWithShape="1">
            <a:gsLst>
              <a:gs pos="100000">
                <a:schemeClr val="bg1"/>
              </a:gs>
              <a:gs pos="0">
                <a:srgbClr val="CFE2F3"/>
              </a:gs>
            </a:gsLst>
            <a:lin ang="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C2667696-9A43-5FB6-5308-963F3862BA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40000" y="6461968"/>
            <a:ext cx="3078186" cy="153888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00" b="0" i="0">
                <a:solidFill>
                  <a:srgbClr val="CFE2F3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r>
              <a:rPr lang="en-US"/>
              <a:t>©</a:t>
            </a:r>
            <a:fld id="{3FEB6F09-2C38-294C-994A-AB349969DE87}" type="datetimeyyyy">
              <a:rPr lang="en-GB" smtClean="0"/>
              <a:pPr/>
              <a:t>2026</a:t>
            </a:fld>
            <a:r>
              <a:rPr lang="en-US"/>
              <a:t> TrustFlight Ltd. All rights reserved. </a:t>
            </a:r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B5F258A-C6C8-A4E1-E5A1-0F330D7AAE21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rcRect/>
          <a:stretch/>
        </p:blipFill>
        <p:spPr>
          <a:xfrm>
            <a:off x="9029221" y="560627"/>
            <a:ext cx="1125253" cy="164019"/>
          </a:xfrm>
          <a:prstGeom prst="rect">
            <a:avLst/>
          </a:prstGeom>
        </p:spPr>
      </p:pic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6639FC8F-4D67-DAD3-0926-E75BFDDC74F1}"/>
              </a:ext>
            </a:extLst>
          </p:cNvPr>
          <p:cNvSpPr/>
          <p:nvPr userDrawn="1"/>
        </p:nvSpPr>
        <p:spPr>
          <a:xfrm>
            <a:off x="8538519" y="-286510"/>
            <a:ext cx="3977331" cy="1338196"/>
          </a:xfrm>
          <a:prstGeom prst="roundRect">
            <a:avLst>
              <a:gd name="adj" fmla="val 23908"/>
            </a:avLst>
          </a:prstGeom>
          <a:noFill/>
          <a:ln w="9525">
            <a:solidFill>
              <a:srgbClr val="0629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23570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- End">
    <p:bg>
      <p:bgPr>
        <a:gradFill>
          <a:gsLst>
            <a:gs pos="0">
              <a:srgbClr val="010306"/>
            </a:gs>
            <a:gs pos="100000">
              <a:srgbClr val="031022"/>
            </a:gs>
          </a:gsLst>
          <a:lin ang="30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blue and black dotted surface&#10;&#10;AI-generated content may be incorrect.">
            <a:extLst>
              <a:ext uri="{FF2B5EF4-FFF2-40B4-BE49-F238E27FC236}">
                <a16:creationId xmlns:a16="http://schemas.microsoft.com/office/drawing/2014/main" id="{4DFC67AA-671B-76C7-F859-AFBE58C418E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50000"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4942139-C112-631F-FC3D-9A41B326D6E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18956" y="2345582"/>
            <a:ext cx="9354088" cy="747897"/>
          </a:xfrm>
        </p:spPr>
        <p:txBody>
          <a:bodyPr/>
          <a:lstStyle>
            <a:lvl1pPr algn="ctr">
              <a:defRPr sz="5400">
                <a:solidFill>
                  <a:srgbClr val="E0E8F7"/>
                </a:solidFill>
              </a:defRPr>
            </a:lvl1pPr>
          </a:lstStyle>
          <a:p>
            <a:r>
              <a:rPr lang="en-GB" dirty="0"/>
              <a:t>Thank You!</a:t>
            </a:r>
            <a:endParaRPr lang="en-US" dirty="0"/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AEC83743-15DF-5215-1335-C457954F0AC8}"/>
              </a:ext>
            </a:extLst>
          </p:cNvPr>
          <p:cNvSpPr/>
          <p:nvPr userDrawn="1"/>
        </p:nvSpPr>
        <p:spPr>
          <a:xfrm rot="5400000">
            <a:off x="2272161" y="-700159"/>
            <a:ext cx="4633756" cy="13199636"/>
          </a:xfrm>
          <a:prstGeom prst="roundRect">
            <a:avLst>
              <a:gd name="adj" fmla="val 26228"/>
            </a:avLst>
          </a:prstGeom>
          <a:noFill/>
          <a:ln w="9525">
            <a:solidFill>
              <a:srgbClr val="0629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909C35C-5F72-B478-0976-9BA5B70B3AF9}"/>
              </a:ext>
            </a:extLst>
          </p:cNvPr>
          <p:cNvSpPr/>
          <p:nvPr userDrawn="1"/>
        </p:nvSpPr>
        <p:spPr>
          <a:xfrm>
            <a:off x="0" y="6792686"/>
            <a:ext cx="12192000" cy="65314"/>
          </a:xfrm>
          <a:prstGeom prst="rect">
            <a:avLst/>
          </a:prstGeom>
          <a:gradFill flip="none" rotWithShape="1">
            <a:gsLst>
              <a:gs pos="100000">
                <a:schemeClr val="bg1"/>
              </a:gs>
              <a:gs pos="0">
                <a:srgbClr val="CFE2F3"/>
              </a:gs>
            </a:gsLst>
            <a:lin ang="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21481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Light - Main">
    <p:bg>
      <p:bgPr>
        <a:solidFill>
          <a:srgbClr val="DFF3FD">
            <a:alpha val="5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529C9826-0CE3-7C4B-D683-A1C19C6957AA}"/>
              </a:ext>
            </a:extLst>
          </p:cNvPr>
          <p:cNvSpPr/>
          <p:nvPr userDrawn="1"/>
        </p:nvSpPr>
        <p:spPr>
          <a:xfrm rot="5400000">
            <a:off x="-637538" y="701880"/>
            <a:ext cx="1415978" cy="699612"/>
          </a:xfrm>
          <a:prstGeom prst="roundRect">
            <a:avLst>
              <a:gd name="adj" fmla="val 39925"/>
            </a:avLst>
          </a:prstGeom>
          <a:noFill/>
          <a:ln w="9525">
            <a:solidFill>
              <a:srgbClr val="CFE2F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4942139-C112-631F-FC3D-9A41B326D6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000" y="774000"/>
            <a:ext cx="9462670" cy="553998"/>
          </a:xfrm>
        </p:spPr>
        <p:txBody>
          <a:bodyPr>
            <a:spAutoFit/>
          </a:bodyPr>
          <a:lstStyle>
            <a:lvl1pPr>
              <a:defRPr>
                <a:solidFill>
                  <a:srgbClr val="062955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3D6288-9E17-B744-8198-AA89061BFD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0000" y="1685446"/>
            <a:ext cx="9462670" cy="1189556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>
              <a:defRPr sz="1800">
                <a:solidFill>
                  <a:srgbClr val="242D41"/>
                </a:solidFill>
              </a:defRPr>
            </a:lvl1pPr>
            <a:lvl2pPr>
              <a:defRPr sz="1800">
                <a:solidFill>
                  <a:srgbClr val="242D41"/>
                </a:solidFill>
              </a:defRPr>
            </a:lvl2pPr>
            <a:lvl3pPr>
              <a:defRPr sz="1800">
                <a:solidFill>
                  <a:srgbClr val="242D41"/>
                </a:solidFill>
              </a:defRPr>
            </a:lvl3pPr>
            <a:lvl4pPr>
              <a:defRPr sz="1800">
                <a:solidFill>
                  <a:srgbClr val="242D41"/>
                </a:solidFill>
              </a:defRPr>
            </a:lvl4pPr>
            <a:lvl5pPr>
              <a:defRPr>
                <a:solidFill>
                  <a:srgbClr val="242D4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13B5020-2488-D66C-615B-BFB237170F7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10469880" y="553451"/>
            <a:ext cx="1167938" cy="193255"/>
          </a:xfrm>
          <a:prstGeom prst="rect">
            <a:avLst/>
          </a:prstGeom>
        </p:spPr>
      </p:pic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532DF6B7-C760-0F07-2E67-9F27DA8ADABB}"/>
              </a:ext>
            </a:extLst>
          </p:cNvPr>
          <p:cNvSpPr/>
          <p:nvPr userDrawn="1"/>
        </p:nvSpPr>
        <p:spPr>
          <a:xfrm>
            <a:off x="11159985" y="6174604"/>
            <a:ext cx="1298715" cy="931488"/>
          </a:xfrm>
          <a:prstGeom prst="roundRect">
            <a:avLst>
              <a:gd name="adj" fmla="val 34426"/>
            </a:avLst>
          </a:prstGeom>
          <a:noFill/>
          <a:ln w="9525">
            <a:solidFill>
              <a:srgbClr val="CFE2F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A2C72C0B-77D9-BCF2-79CE-2EEEB645B40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88476" y="6461968"/>
            <a:ext cx="549341" cy="153888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00" b="0" i="0">
                <a:solidFill>
                  <a:srgbClr val="242D4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fld id="{1B377F6A-2966-294D-95D7-FBB58FDBE7C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30D52FC8-8236-AECC-B519-C009E49B7A4A}"/>
              </a:ext>
            </a:extLst>
          </p:cNvPr>
          <p:cNvSpPr/>
          <p:nvPr userDrawn="1"/>
        </p:nvSpPr>
        <p:spPr>
          <a:xfrm>
            <a:off x="-376058" y="6252425"/>
            <a:ext cx="4114800" cy="931488"/>
          </a:xfrm>
          <a:prstGeom prst="roundRect">
            <a:avLst>
              <a:gd name="adj" fmla="val 34426"/>
            </a:avLst>
          </a:prstGeom>
          <a:noFill/>
          <a:ln w="9525">
            <a:solidFill>
              <a:srgbClr val="CFE2F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ooter Placeholder 4">
            <a:extLst>
              <a:ext uri="{FF2B5EF4-FFF2-40B4-BE49-F238E27FC236}">
                <a16:creationId xmlns:a16="http://schemas.microsoft.com/office/drawing/2014/main" id="{CF6A1B11-944C-82E4-2E07-5BF2F9797EF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40000" y="6461968"/>
            <a:ext cx="3078186" cy="153888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00" b="0" i="0">
                <a:solidFill>
                  <a:srgbClr val="242D4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r>
              <a:rPr lang="en-US" dirty="0"/>
              <a:t>©</a:t>
            </a:r>
            <a:fld id="{3FEB6F09-2C38-294C-994A-AB349969DE87}" type="datetimeyyyy">
              <a:rPr lang="en-GB" smtClean="0"/>
              <a:pPr/>
              <a:t>2026</a:t>
            </a:fld>
            <a:r>
              <a:rPr lang="en-US" dirty="0"/>
              <a:t> </a:t>
            </a:r>
            <a:r>
              <a:rPr lang="en-US" dirty="0" err="1"/>
              <a:t>TrustFlight</a:t>
            </a:r>
            <a:r>
              <a:rPr lang="en-US" dirty="0"/>
              <a:t> Ltd. All rights reserved. 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05AE6FB-A7F7-1E30-2469-9359A92D13E2}"/>
              </a:ext>
            </a:extLst>
          </p:cNvPr>
          <p:cNvSpPr/>
          <p:nvPr userDrawn="1"/>
        </p:nvSpPr>
        <p:spPr>
          <a:xfrm>
            <a:off x="0" y="6792686"/>
            <a:ext cx="12192000" cy="65314"/>
          </a:xfrm>
          <a:prstGeom prst="rect">
            <a:avLst/>
          </a:prstGeom>
          <a:gradFill flip="none" rotWithShape="1">
            <a:gsLst>
              <a:gs pos="100000">
                <a:srgbClr val="083976"/>
              </a:gs>
              <a:gs pos="0">
                <a:srgbClr val="051B38"/>
              </a:gs>
            </a:gsLst>
            <a:lin ang="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42D05E7-D21B-E0E7-2D12-593B356C78B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9028029" y="560627"/>
            <a:ext cx="1127637" cy="164020"/>
          </a:xfrm>
          <a:prstGeom prst="rect">
            <a:avLst/>
          </a:prstGeom>
        </p:spPr>
      </p:pic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324CA57A-87DD-A093-73EE-33B1F820A8FF}"/>
              </a:ext>
            </a:extLst>
          </p:cNvPr>
          <p:cNvSpPr/>
          <p:nvPr userDrawn="1"/>
        </p:nvSpPr>
        <p:spPr>
          <a:xfrm>
            <a:off x="8538519" y="-286510"/>
            <a:ext cx="3977331" cy="1338196"/>
          </a:xfrm>
          <a:prstGeom prst="roundRect">
            <a:avLst>
              <a:gd name="adj" fmla="val 23908"/>
            </a:avLst>
          </a:prstGeom>
          <a:noFill/>
          <a:ln w="9525">
            <a:solidFill>
              <a:srgbClr val="CFE2F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51781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ark - Horizontal Split">
    <p:bg>
      <p:bgPr>
        <a:solidFill>
          <a:srgbClr val="DFF3FD">
            <a:alpha val="5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200F2557-1A29-544E-CDEF-6423CE8C59D9}"/>
              </a:ext>
            </a:extLst>
          </p:cNvPr>
          <p:cNvSpPr/>
          <p:nvPr userDrawn="1"/>
        </p:nvSpPr>
        <p:spPr>
          <a:xfrm>
            <a:off x="0" y="0"/>
            <a:ext cx="12192000" cy="3666931"/>
          </a:xfrm>
          <a:prstGeom prst="rect">
            <a:avLst/>
          </a:prstGeom>
          <a:solidFill>
            <a:srgbClr val="03102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532DF6B7-C760-0F07-2E67-9F27DA8ADABB}"/>
              </a:ext>
            </a:extLst>
          </p:cNvPr>
          <p:cNvSpPr/>
          <p:nvPr userDrawn="1"/>
        </p:nvSpPr>
        <p:spPr>
          <a:xfrm>
            <a:off x="11159985" y="6174604"/>
            <a:ext cx="1298715" cy="931488"/>
          </a:xfrm>
          <a:prstGeom prst="roundRect">
            <a:avLst>
              <a:gd name="adj" fmla="val 34426"/>
            </a:avLst>
          </a:prstGeom>
          <a:noFill/>
          <a:ln w="9525">
            <a:solidFill>
              <a:srgbClr val="CFE2F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A2C72C0B-77D9-BCF2-79CE-2EEEB645B40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88476" y="6461968"/>
            <a:ext cx="549341" cy="153888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00" b="0" i="0">
                <a:solidFill>
                  <a:srgbClr val="242D4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fld id="{1B377F6A-2966-294D-95D7-FBB58FDBE7C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6960C71-889C-65A6-0FC1-CE539D20D8B4}"/>
              </a:ext>
            </a:extLst>
          </p:cNvPr>
          <p:cNvSpPr/>
          <p:nvPr userDrawn="1"/>
        </p:nvSpPr>
        <p:spPr>
          <a:xfrm>
            <a:off x="0" y="6792686"/>
            <a:ext cx="12192000" cy="65314"/>
          </a:xfrm>
          <a:prstGeom prst="rect">
            <a:avLst/>
          </a:prstGeom>
          <a:gradFill flip="none" rotWithShape="1">
            <a:gsLst>
              <a:gs pos="100000">
                <a:srgbClr val="083976"/>
              </a:gs>
              <a:gs pos="0">
                <a:srgbClr val="051B38"/>
              </a:gs>
            </a:gsLst>
            <a:lin ang="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45B3B97F-CF1D-401B-80EF-67F683996964}"/>
              </a:ext>
            </a:extLst>
          </p:cNvPr>
          <p:cNvSpPr txBox="1">
            <a:spLocks/>
          </p:cNvSpPr>
          <p:nvPr userDrawn="1"/>
        </p:nvSpPr>
        <p:spPr>
          <a:xfrm>
            <a:off x="11088476" y="6461968"/>
            <a:ext cx="549341" cy="153888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defPPr>
              <a:defRPr lang="en-US"/>
            </a:defPPr>
            <a:lvl1pPr marL="0" algn="r" defTabSz="914355" rtl="0" eaLnBrk="1" latinLnBrk="0" hangingPunct="1">
              <a:defRPr sz="1000" b="0" i="0" kern="1200">
                <a:solidFill>
                  <a:srgbClr val="242D4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  <a:lvl2pPr marL="457177" algn="l" defTabSz="91435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55" algn="l" defTabSz="91435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32" algn="l" defTabSz="91435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09" algn="l" defTabSz="91435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886" algn="l" defTabSz="91435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063" algn="l" defTabSz="91435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240" algn="l" defTabSz="91435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417" algn="l" defTabSz="91435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1B377F6A-2966-294D-95D7-FBB58FDBE7C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2CB0140F-DA95-5649-55DC-197DA35ADDC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40000" y="6461968"/>
            <a:ext cx="3078186" cy="153888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00" b="0" i="0">
                <a:solidFill>
                  <a:srgbClr val="242D4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r>
              <a:rPr lang="en-US" dirty="0"/>
              <a:t>©</a:t>
            </a:r>
            <a:fld id="{3FEB6F09-2C38-294C-994A-AB349969DE87}" type="datetimeyyyy">
              <a:rPr lang="en-GB" smtClean="0"/>
              <a:pPr/>
              <a:t>2026</a:t>
            </a:fld>
            <a:r>
              <a:rPr lang="en-US" dirty="0"/>
              <a:t> </a:t>
            </a:r>
            <a:r>
              <a:rPr lang="en-US" dirty="0" err="1"/>
              <a:t>TrustFlight</a:t>
            </a:r>
            <a:r>
              <a:rPr lang="en-US" dirty="0"/>
              <a:t> Ltd. All rights reserved.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919AA19-D362-65CC-9EFA-849D5EA57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000" y="774000"/>
            <a:ext cx="9462670" cy="553998"/>
          </a:xfrm>
        </p:spPr>
        <p:txBody>
          <a:bodyPr anchor="t" anchorCtr="0">
            <a:spAutoFit/>
          </a:bodyPr>
          <a:lstStyle>
            <a:lvl1pPr>
              <a:defRPr>
                <a:solidFill>
                  <a:srgbClr val="E0E8F7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D73ED372-315E-51E6-C2CA-9CFD1D760A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0000" y="1652627"/>
            <a:ext cx="9462670" cy="1189556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>
              <a:defRPr sz="1800" b="0" i="0">
                <a:solidFill>
                  <a:schemeClr val="bg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  <a:lvl2pPr>
              <a:defRPr sz="1800" b="0" i="0">
                <a:solidFill>
                  <a:schemeClr val="bg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2pPr>
            <a:lvl3pPr>
              <a:defRPr sz="1800" b="0" i="0">
                <a:solidFill>
                  <a:schemeClr val="bg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3pPr>
            <a:lvl4pPr>
              <a:defRPr sz="1800" b="0" i="0">
                <a:solidFill>
                  <a:schemeClr val="bg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4pPr>
            <a:lvl5pPr>
              <a:defRPr sz="1400">
                <a:solidFill>
                  <a:srgbClr val="E0E8F7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52014C7-6182-7239-C36F-EE77AE11571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10469880" y="552098"/>
            <a:ext cx="1167938" cy="195962"/>
          </a:xfrm>
          <a:prstGeom prst="rect">
            <a:avLst/>
          </a:prstGeom>
        </p:spPr>
      </p:pic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74C8FF01-2D7A-1165-656F-AE27544A7F67}"/>
              </a:ext>
            </a:extLst>
          </p:cNvPr>
          <p:cNvSpPr/>
          <p:nvPr userDrawn="1"/>
        </p:nvSpPr>
        <p:spPr>
          <a:xfrm rot="5400000">
            <a:off x="-637538" y="701880"/>
            <a:ext cx="1415978" cy="699612"/>
          </a:xfrm>
          <a:prstGeom prst="roundRect">
            <a:avLst>
              <a:gd name="adj" fmla="val 39925"/>
            </a:avLst>
          </a:prstGeom>
          <a:noFill/>
          <a:ln w="9525">
            <a:solidFill>
              <a:srgbClr val="0629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4D2F91B-8505-4E27-2D23-170AC098F0EC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9029221" y="560627"/>
            <a:ext cx="1125253" cy="164019"/>
          </a:xfrm>
          <a:prstGeom prst="rect">
            <a:avLst/>
          </a:prstGeom>
        </p:spPr>
      </p:pic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6C35529A-B20C-61BE-786E-08410D1F3EDD}"/>
              </a:ext>
            </a:extLst>
          </p:cNvPr>
          <p:cNvSpPr/>
          <p:nvPr userDrawn="1"/>
        </p:nvSpPr>
        <p:spPr>
          <a:xfrm>
            <a:off x="8538519" y="-286510"/>
            <a:ext cx="3977331" cy="1338196"/>
          </a:xfrm>
          <a:prstGeom prst="roundRect">
            <a:avLst>
              <a:gd name="adj" fmla="val 23908"/>
            </a:avLst>
          </a:prstGeom>
          <a:noFill/>
          <a:ln w="9525">
            <a:solidFill>
              <a:srgbClr val="0629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297162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ark - Vertical Split">
    <p:bg>
      <p:bgPr>
        <a:solidFill>
          <a:srgbClr val="DFF3FD">
            <a:alpha val="5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200F2557-1A29-544E-CDEF-6423CE8C59D9}"/>
              </a:ext>
            </a:extLst>
          </p:cNvPr>
          <p:cNvSpPr/>
          <p:nvPr userDrawn="1"/>
        </p:nvSpPr>
        <p:spPr>
          <a:xfrm>
            <a:off x="1" y="0"/>
            <a:ext cx="6096000" cy="6858000"/>
          </a:xfrm>
          <a:prstGeom prst="rect">
            <a:avLst/>
          </a:prstGeom>
          <a:solidFill>
            <a:srgbClr val="03102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4942139-C112-631F-FC3D-9A41B326D6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000" y="552400"/>
            <a:ext cx="4390588" cy="1107996"/>
          </a:xfrm>
        </p:spPr>
        <p:txBody>
          <a:bodyPr wrap="square">
            <a:sp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532DF6B7-C760-0F07-2E67-9F27DA8ADABB}"/>
              </a:ext>
            </a:extLst>
          </p:cNvPr>
          <p:cNvSpPr/>
          <p:nvPr userDrawn="1"/>
        </p:nvSpPr>
        <p:spPr>
          <a:xfrm>
            <a:off x="11159985" y="6174604"/>
            <a:ext cx="1298715" cy="931488"/>
          </a:xfrm>
          <a:prstGeom prst="roundRect">
            <a:avLst>
              <a:gd name="adj" fmla="val 34426"/>
            </a:avLst>
          </a:prstGeom>
          <a:noFill/>
          <a:ln w="9525">
            <a:solidFill>
              <a:srgbClr val="CFE2F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A2C72C0B-77D9-BCF2-79CE-2EEEB645B40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88476" y="6461968"/>
            <a:ext cx="549341" cy="153888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00" b="0" i="0">
                <a:solidFill>
                  <a:srgbClr val="242D4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fld id="{1B377F6A-2966-294D-95D7-FBB58FDBE7C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6960C71-889C-65A6-0FC1-CE539D20D8B4}"/>
              </a:ext>
            </a:extLst>
          </p:cNvPr>
          <p:cNvSpPr/>
          <p:nvPr userDrawn="1"/>
        </p:nvSpPr>
        <p:spPr>
          <a:xfrm>
            <a:off x="0" y="6792686"/>
            <a:ext cx="12192000" cy="65314"/>
          </a:xfrm>
          <a:prstGeom prst="rect">
            <a:avLst/>
          </a:prstGeom>
          <a:gradFill flip="none" rotWithShape="1">
            <a:gsLst>
              <a:gs pos="100000">
                <a:srgbClr val="083976"/>
              </a:gs>
              <a:gs pos="0">
                <a:srgbClr val="051B38"/>
              </a:gs>
            </a:gsLst>
            <a:lin ang="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14E0C8C0-28ED-C902-C910-7E8A43383F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0000" y="1793025"/>
            <a:ext cx="4390588" cy="118955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800">
                <a:solidFill>
                  <a:schemeClr val="bg1"/>
                </a:solidFill>
              </a:defRPr>
            </a:lvl1pPr>
            <a:lvl2pPr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>
                <a:solidFill>
                  <a:srgbClr val="242D4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557DAC76-BFD2-46CF-F748-7D0956ECC26D}"/>
              </a:ext>
            </a:extLst>
          </p:cNvPr>
          <p:cNvSpPr/>
          <p:nvPr userDrawn="1"/>
        </p:nvSpPr>
        <p:spPr>
          <a:xfrm rot="5400000">
            <a:off x="-637538" y="701880"/>
            <a:ext cx="1415978" cy="699612"/>
          </a:xfrm>
          <a:prstGeom prst="roundRect">
            <a:avLst>
              <a:gd name="adj" fmla="val 39925"/>
            </a:avLst>
          </a:prstGeom>
          <a:noFill/>
          <a:ln w="9525">
            <a:solidFill>
              <a:srgbClr val="0629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0C045780-084B-A2E0-7B53-406770048126}"/>
              </a:ext>
            </a:extLst>
          </p:cNvPr>
          <p:cNvSpPr/>
          <p:nvPr userDrawn="1"/>
        </p:nvSpPr>
        <p:spPr>
          <a:xfrm>
            <a:off x="-376058" y="6252425"/>
            <a:ext cx="4114800" cy="931488"/>
          </a:xfrm>
          <a:prstGeom prst="roundRect">
            <a:avLst>
              <a:gd name="adj" fmla="val 34426"/>
            </a:avLst>
          </a:prstGeom>
          <a:noFill/>
          <a:ln w="9525">
            <a:solidFill>
              <a:srgbClr val="0629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ooter Placeholder 4">
            <a:extLst>
              <a:ext uri="{FF2B5EF4-FFF2-40B4-BE49-F238E27FC236}">
                <a16:creationId xmlns:a16="http://schemas.microsoft.com/office/drawing/2014/main" id="{F350940A-FA50-6162-255B-50B39A37291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40000" y="6461968"/>
            <a:ext cx="3078186" cy="153888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00" b="0" i="0">
                <a:solidFill>
                  <a:srgbClr val="CFE2F3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r>
              <a:rPr lang="en-US"/>
              <a:t>©</a:t>
            </a:r>
            <a:fld id="{3FEB6F09-2C38-294C-994A-AB349969DE87}" type="datetimeyyyy">
              <a:rPr lang="en-GB" smtClean="0"/>
              <a:pPr/>
              <a:t>2026</a:t>
            </a:fld>
            <a:r>
              <a:rPr lang="en-US"/>
              <a:t> TrustFlight Ltd. All rights reserved. 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2B9F04E-F7DE-9D0B-2336-0B86C6C1F2E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10469880" y="553451"/>
            <a:ext cx="1167938" cy="193255"/>
          </a:xfrm>
          <a:prstGeom prst="rect">
            <a:avLst/>
          </a:prstGeom>
        </p:spPr>
      </p:pic>
      <p:pic>
        <p:nvPicPr>
          <p:cNvPr id="7" name="Picture 4">
            <a:extLst>
              <a:ext uri="{FF2B5EF4-FFF2-40B4-BE49-F238E27FC236}">
                <a16:creationId xmlns:a16="http://schemas.microsoft.com/office/drawing/2014/main" id="{C9390A36-4CA6-A511-C91A-1B5BF12ADFA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9028029" y="560627"/>
            <a:ext cx="1127637" cy="164020"/>
          </a:xfrm>
          <a:prstGeom prst="rect">
            <a:avLst/>
          </a:prstGeom>
        </p:spPr>
      </p:pic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61AB49F8-5AD7-8CA5-2B14-C7A1742C5484}"/>
              </a:ext>
            </a:extLst>
          </p:cNvPr>
          <p:cNvSpPr/>
          <p:nvPr userDrawn="1"/>
        </p:nvSpPr>
        <p:spPr>
          <a:xfrm>
            <a:off x="8538519" y="-286510"/>
            <a:ext cx="3977331" cy="1338196"/>
          </a:xfrm>
          <a:prstGeom prst="roundRect">
            <a:avLst>
              <a:gd name="adj" fmla="val 23908"/>
            </a:avLst>
          </a:prstGeom>
          <a:noFill/>
          <a:ln w="9525">
            <a:solidFill>
              <a:srgbClr val="CFE2F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67472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0310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42349E2-4681-836F-67AB-F042E47648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000" y="695509"/>
            <a:ext cx="9462670" cy="553998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B2C9E27D-846D-45F6-DEE4-1BB9AE22878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88476" y="6461968"/>
            <a:ext cx="549341" cy="153888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00" b="0" i="0">
                <a:solidFill>
                  <a:srgbClr val="E0E8F7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fld id="{1B377F6A-2966-294D-95D7-FBB58FDBE7C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16EB207E-5FEB-EE51-3199-FB5D822112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40000" y="1549684"/>
            <a:ext cx="10515600" cy="1918474"/>
          </a:xfrm>
          <a:prstGeom prst="rect">
            <a:avLst/>
          </a:prstGeom>
        </p:spPr>
        <p:txBody>
          <a:bodyPr vert="horz" lIns="0" tIns="0" rIns="0" bIns="0" rtlCol="0">
            <a:sp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69113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2" r:id="rId1"/>
    <p:sldLayoutId id="2147483667" r:id="rId2"/>
    <p:sldLayoutId id="2147483669" r:id="rId3"/>
    <p:sldLayoutId id="2147483668" r:id="rId4"/>
    <p:sldLayoutId id="2147483670" r:id="rId5"/>
    <p:sldLayoutId id="2147483673" r:id="rId6"/>
    <p:sldLayoutId id="2147483674" r:id="rId7"/>
    <p:sldLayoutId id="2147483666" r:id="rId8"/>
    <p:sldLayoutId id="2147483665" r:id="rId9"/>
    <p:sldLayoutId id="2147483672" r:id="rId10"/>
    <p:sldLayoutId id="2147483675" r:id="rId11"/>
    <p:sldLayoutId id="2147483676" r:id="rId12"/>
  </p:sldLayoutIdLst>
  <p:hf hdr="0"/>
  <p:txStyles>
    <p:titleStyle>
      <a:lvl1pPr algn="l" defTabSz="914355" rtl="0" eaLnBrk="1" latinLnBrk="0" hangingPunct="1">
        <a:lnSpc>
          <a:spcPct val="90000"/>
        </a:lnSpc>
        <a:spcBef>
          <a:spcPct val="0"/>
        </a:spcBef>
        <a:buNone/>
        <a:defRPr sz="4000" b="0" i="0" kern="1200">
          <a:solidFill>
            <a:srgbClr val="E0E8F7"/>
          </a:solidFill>
          <a:latin typeface="Open Sans Light" panose="020B0306030504020204" pitchFamily="34" charset="0"/>
          <a:ea typeface="Open Sans Light" panose="020B0306030504020204" pitchFamily="34" charset="0"/>
          <a:cs typeface="Open Sans Light" panose="020B0306030504020204" pitchFamily="34" charset="0"/>
        </a:defRPr>
      </a:lvl1pPr>
    </p:titleStyle>
    <p:bodyStyle>
      <a:lvl1pPr marL="228589" indent="-228589" algn="l" defTabSz="914355" rtl="0" eaLnBrk="1" latinLnBrk="0" hangingPunct="1">
        <a:lnSpc>
          <a:spcPct val="90000"/>
        </a:lnSpc>
        <a:spcBef>
          <a:spcPts val="1000"/>
        </a:spcBef>
        <a:buClr>
          <a:srgbClr val="1E5BB5"/>
        </a:buClr>
        <a:buFont typeface="Arial" panose="020B0604020202020204" pitchFamily="34" charset="0"/>
        <a:buChar char="•"/>
        <a:defRPr sz="2400" b="0" i="0" kern="1200">
          <a:solidFill>
            <a:schemeClr val="bg1"/>
          </a:solidFill>
          <a:latin typeface="Open Sans Light" panose="020B0606030504020204" pitchFamily="34" charset="0"/>
          <a:ea typeface="Open Sans Light" panose="020B0606030504020204" pitchFamily="34" charset="0"/>
          <a:cs typeface="Open Sans Light" panose="020B0606030504020204" pitchFamily="34" charset="0"/>
        </a:defRPr>
      </a:lvl1pPr>
      <a:lvl2pPr marL="685766" indent="-228589" algn="l" defTabSz="914355" rtl="0" eaLnBrk="1" latinLnBrk="0" hangingPunct="1">
        <a:lnSpc>
          <a:spcPct val="90000"/>
        </a:lnSpc>
        <a:spcBef>
          <a:spcPts val="500"/>
        </a:spcBef>
        <a:buClr>
          <a:srgbClr val="1E5BB5"/>
        </a:buClr>
        <a:buFont typeface="Arial" panose="020B0604020202020204" pitchFamily="34" charset="0"/>
        <a:buChar char="•"/>
        <a:defRPr sz="2400" b="0" i="0" kern="1200">
          <a:solidFill>
            <a:schemeClr val="bg1"/>
          </a:solidFill>
          <a:latin typeface="Open Sans Light" panose="020B0606030504020204" pitchFamily="34" charset="0"/>
          <a:ea typeface="Open Sans Light" panose="020B0606030504020204" pitchFamily="34" charset="0"/>
          <a:cs typeface="Open Sans Light" panose="020B0606030504020204" pitchFamily="34" charset="0"/>
        </a:defRPr>
      </a:lvl2pPr>
      <a:lvl3pPr marL="1142943" indent="-228589" algn="l" defTabSz="914355" rtl="0" eaLnBrk="1" latinLnBrk="0" hangingPunct="1">
        <a:lnSpc>
          <a:spcPct val="90000"/>
        </a:lnSpc>
        <a:spcBef>
          <a:spcPts val="500"/>
        </a:spcBef>
        <a:buClr>
          <a:srgbClr val="1E5BB5"/>
        </a:buClr>
        <a:buFont typeface="Arial" panose="020B0604020202020204" pitchFamily="34" charset="0"/>
        <a:buChar char="•"/>
        <a:defRPr sz="2400" b="0" i="0" kern="1200">
          <a:solidFill>
            <a:schemeClr val="bg1"/>
          </a:solidFill>
          <a:latin typeface="Open Sans Light" panose="020B0606030504020204" pitchFamily="34" charset="0"/>
          <a:ea typeface="Open Sans Light" panose="020B0606030504020204" pitchFamily="34" charset="0"/>
          <a:cs typeface="Open Sans Light" panose="020B0606030504020204" pitchFamily="34" charset="0"/>
        </a:defRPr>
      </a:lvl3pPr>
      <a:lvl4pPr marL="1600120" indent="-228589" algn="l" defTabSz="914355" rtl="0" eaLnBrk="1" latinLnBrk="0" hangingPunct="1">
        <a:lnSpc>
          <a:spcPct val="90000"/>
        </a:lnSpc>
        <a:spcBef>
          <a:spcPts val="500"/>
        </a:spcBef>
        <a:buClr>
          <a:srgbClr val="1E5BB5"/>
        </a:buClr>
        <a:buFont typeface="Arial" panose="020B0604020202020204" pitchFamily="34" charset="0"/>
        <a:buChar char="•"/>
        <a:defRPr sz="2400" b="0" i="0" kern="1200">
          <a:solidFill>
            <a:schemeClr val="bg1"/>
          </a:solidFill>
          <a:latin typeface="Open Sans Light" panose="020B0606030504020204" pitchFamily="34" charset="0"/>
          <a:ea typeface="Open Sans Light" panose="020B0606030504020204" pitchFamily="34" charset="0"/>
          <a:cs typeface="Open Sans Light" panose="020B0606030504020204" pitchFamily="34" charset="0"/>
        </a:defRPr>
      </a:lvl4pPr>
      <a:lvl5pPr marL="2057297" indent="-228589" algn="l" defTabSz="914355" rtl="0" eaLnBrk="1" latinLnBrk="0" hangingPunct="1">
        <a:lnSpc>
          <a:spcPct val="90000"/>
        </a:lnSpc>
        <a:spcBef>
          <a:spcPts val="500"/>
        </a:spcBef>
        <a:buClr>
          <a:srgbClr val="1E5BB5"/>
        </a:buClr>
        <a:buFont typeface="Arial" panose="020B0604020202020204" pitchFamily="34" charset="0"/>
        <a:buChar char="•"/>
        <a:defRPr sz="2400" b="0" i="0" kern="1200">
          <a:solidFill>
            <a:schemeClr val="bg1"/>
          </a:solidFill>
          <a:latin typeface="Open Sans Light" panose="020B0606030504020204" pitchFamily="34" charset="0"/>
          <a:ea typeface="Open Sans Light" panose="020B0606030504020204" pitchFamily="34" charset="0"/>
          <a:cs typeface="Open Sans Light" panose="020B0606030504020204" pitchFamily="34" charset="0"/>
        </a:defRPr>
      </a:lvl5pPr>
      <a:lvl6pPr marL="2514475" indent="-228589" algn="l" defTabSz="91435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52" indent="-228589" algn="l" defTabSz="91435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29" indent="-228589" algn="l" defTabSz="91435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06" indent="-228589" algn="l" defTabSz="91435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5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77" algn="l" defTabSz="91435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55" algn="l" defTabSz="91435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2" algn="l" defTabSz="91435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9" algn="l" defTabSz="91435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86" algn="l" defTabSz="91435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63" algn="l" defTabSz="91435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40" algn="l" defTabSz="91435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17" algn="l" defTabSz="91435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13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linkedin.com/company/baines-simmons-limited/" TargetMode="External"/><Relationship Id="rId3" Type="http://schemas.openxmlformats.org/officeDocument/2006/relationships/hyperlink" Target="http://www.trustflight.com/" TargetMode="External"/><Relationship Id="rId7" Type="http://schemas.openxmlformats.org/officeDocument/2006/relationships/hyperlink" Target="https://www.kenyoninternational.com/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9.xml"/><Relationship Id="rId6" Type="http://schemas.openxmlformats.org/officeDocument/2006/relationships/hyperlink" Target="mailto:kenyon@kenyoninternational.com?subject=Hello" TargetMode="External"/><Relationship Id="rId5" Type="http://schemas.openxmlformats.org/officeDocument/2006/relationships/image" Target="../media/image14.png"/><Relationship Id="rId4" Type="http://schemas.openxmlformats.org/officeDocument/2006/relationships/hyperlink" Target="https://www.linkedin.com/company/trustflight/mycompany/" TargetMode="External"/><Relationship Id="rId9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ED6051-63E7-ECCC-A56B-A0A982A4EC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01A0630-8131-4E49-089A-37F0D9289B6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 lIns="0" tIns="0" rIns="0" bIns="0">
            <a:spAutoFit/>
          </a:bodyPr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6E43E4C-D4CA-3BFD-D240-11AE0A50DE8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 lIns="0" tIns="0" rIns="0" bIns="0">
            <a:normAutofit/>
          </a:bodyPr>
          <a:lstStyle/>
          <a:p>
            <a:fld id="{C8A1BA17-5FCD-E84E-BA65-AF5582366495}" type="datetime4">
              <a:rPr lang="en-GB" smtClean="0"/>
              <a:t>28 May 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834480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9A5DCBC-D7F7-8B50-AFE7-C618D183F8D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B377F6A-2966-294D-95D7-FBB58FDBE7CB}" type="slidenum">
              <a:rPr lang="en-US" smtClean="0"/>
              <a:pPr/>
              <a:t>2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0382B3A-EB05-F3DF-CFA1-B5353CBBE6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©</a:t>
            </a:r>
            <a:fld id="{3FEB6F09-2C38-294C-994A-AB349969DE87}" type="datetimeyyyy">
              <a:rPr lang="en-GB" smtClean="0"/>
              <a:pPr/>
              <a:t>2026</a:t>
            </a:fld>
            <a:r>
              <a:rPr lang="en-US"/>
              <a:t> TrustFlight Ltd. All rights reserved. </a:t>
            </a:r>
            <a:endParaRPr lang="en-US" dirty="0"/>
          </a:p>
        </p:txBody>
      </p:sp>
      <p:pic>
        <p:nvPicPr>
          <p:cNvPr id="6" name="Picture 5" descr="A helicopter with a propeller&#10;&#10;Description automatically generated">
            <a:extLst>
              <a:ext uri="{FF2B5EF4-FFF2-40B4-BE49-F238E27FC236}">
                <a16:creationId xmlns:a16="http://schemas.microsoft.com/office/drawing/2014/main" id="{CDE660C7-0AA5-CDC3-65E0-4E54E45FFC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428508">
            <a:off x="5535667" y="4502868"/>
            <a:ext cx="3239570" cy="965508"/>
          </a:xfrm>
          <a:prstGeom prst="rect">
            <a:avLst/>
          </a:prstGeom>
          <a:effectLst>
            <a:reflection blurRad="6350" stA="15000" endPos="63000" dist="227611" dir="5400000" sy="-100000" algn="bl" rotWithShape="0"/>
          </a:effectLst>
        </p:spPr>
      </p:pic>
      <p:pic>
        <p:nvPicPr>
          <p:cNvPr id="7" name="Picture 6" descr="A close-up of a plane&#10;&#10;Description automatically generated">
            <a:extLst>
              <a:ext uri="{FF2B5EF4-FFF2-40B4-BE49-F238E27FC236}">
                <a16:creationId xmlns:a16="http://schemas.microsoft.com/office/drawing/2014/main" id="{05746D87-88AB-3CDD-AB45-72641775C6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246488">
            <a:off x="6598130" y="2078475"/>
            <a:ext cx="4831589" cy="1606517"/>
          </a:xfrm>
          <a:prstGeom prst="rect">
            <a:avLst/>
          </a:prstGeom>
        </p:spPr>
      </p:pic>
      <p:pic>
        <p:nvPicPr>
          <p:cNvPr id="8" name="Picture 7" descr="A blue and white airplane&#10;&#10;Description automatically generated">
            <a:extLst>
              <a:ext uri="{FF2B5EF4-FFF2-40B4-BE49-F238E27FC236}">
                <a16:creationId xmlns:a16="http://schemas.microsoft.com/office/drawing/2014/main" id="{FE2B91CB-2B3D-F1F4-E46F-073912D962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1212173">
            <a:off x="5166270" y="633486"/>
            <a:ext cx="3505063" cy="1128390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499761D1-0CEA-C763-534E-5778B84779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000" y="829399"/>
            <a:ext cx="9462670" cy="553998"/>
          </a:xfrm>
        </p:spPr>
        <p:txBody>
          <a:bodyPr/>
          <a:lstStyle/>
          <a:p>
            <a:r>
              <a:rPr lang="en-US" sz="4000" dirty="0"/>
              <a:t>Agenda</a:t>
            </a:r>
          </a:p>
        </p:txBody>
      </p:sp>
      <p:sp>
        <p:nvSpPr>
          <p:cNvPr id="10" name="Google Shape;110;p16">
            <a:extLst>
              <a:ext uri="{FF2B5EF4-FFF2-40B4-BE49-F238E27FC236}">
                <a16:creationId xmlns:a16="http://schemas.microsoft.com/office/drawing/2014/main" id="{A5B1C390-9E63-6667-A4ED-AE69B1C49F6F}"/>
              </a:ext>
            </a:extLst>
          </p:cNvPr>
          <p:cNvSpPr/>
          <p:nvPr/>
        </p:nvSpPr>
        <p:spPr>
          <a:xfrm>
            <a:off x="-351034" y="2120862"/>
            <a:ext cx="5212234" cy="666459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F2F7FF"/>
              </a:gs>
              <a:gs pos="100000">
                <a:srgbClr val="FFFFFF"/>
              </a:gs>
            </a:gsLst>
            <a:lin ang="13500000" scaled="0"/>
          </a:gra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92000" tIns="91425" rIns="91425" bIns="91425" anchor="ctr" anchorCtr="0">
            <a:noAutofit/>
          </a:bodyPr>
          <a:lstStyle/>
          <a:p>
            <a:pPr>
              <a:buClr>
                <a:srgbClr val="1E5BB5"/>
              </a:buClr>
            </a:pPr>
            <a:r>
              <a:rPr lang="en-GB" b="1" dirty="0">
                <a:solidFill>
                  <a:srgbClr val="1E5BB5"/>
                </a:solidFill>
                <a:latin typeface="Open Sans SemiBold" pitchFamily="2" charset="0"/>
                <a:ea typeface="Open Sans SemiBold" pitchFamily="2" charset="0"/>
                <a:cs typeface="Open Sans SemiBold" pitchFamily="2" charset="0"/>
                <a:sym typeface="Open Sans"/>
              </a:rPr>
              <a:t>Item 1</a:t>
            </a:r>
          </a:p>
        </p:txBody>
      </p:sp>
      <p:sp>
        <p:nvSpPr>
          <p:cNvPr id="11" name="Google Shape;110;p16">
            <a:extLst>
              <a:ext uri="{FF2B5EF4-FFF2-40B4-BE49-F238E27FC236}">
                <a16:creationId xmlns:a16="http://schemas.microsoft.com/office/drawing/2014/main" id="{7B392FFF-CE04-6F22-9868-A2E05725993E}"/>
              </a:ext>
            </a:extLst>
          </p:cNvPr>
          <p:cNvSpPr/>
          <p:nvPr/>
        </p:nvSpPr>
        <p:spPr>
          <a:xfrm>
            <a:off x="-351034" y="2869008"/>
            <a:ext cx="5212234" cy="666459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F2F7FF"/>
              </a:gs>
              <a:gs pos="100000">
                <a:srgbClr val="FFFFFF"/>
              </a:gs>
            </a:gsLst>
            <a:lin ang="13500000" scaled="0"/>
          </a:gra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92000" tIns="91425" rIns="91425" bIns="91425" anchor="ctr" anchorCtr="0">
            <a:noAutofit/>
          </a:bodyPr>
          <a:lstStyle/>
          <a:p>
            <a:pPr>
              <a:buClr>
                <a:srgbClr val="1E5BB5"/>
              </a:buClr>
            </a:pPr>
            <a:r>
              <a:rPr lang="en-GB" b="1" dirty="0">
                <a:solidFill>
                  <a:srgbClr val="1E5BB5"/>
                </a:solidFill>
                <a:latin typeface="Open Sans SemiBold" pitchFamily="2" charset="0"/>
                <a:ea typeface="Open Sans SemiBold" pitchFamily="2" charset="0"/>
                <a:cs typeface="Open Sans SemiBold" pitchFamily="2" charset="0"/>
                <a:sym typeface="Open Sans"/>
              </a:rPr>
              <a:t>Item 2</a:t>
            </a:r>
          </a:p>
        </p:txBody>
      </p:sp>
      <p:sp>
        <p:nvSpPr>
          <p:cNvPr id="12" name="Google Shape;110;p16">
            <a:extLst>
              <a:ext uri="{FF2B5EF4-FFF2-40B4-BE49-F238E27FC236}">
                <a16:creationId xmlns:a16="http://schemas.microsoft.com/office/drawing/2014/main" id="{898D6E48-4054-B90C-D21D-B19513906402}"/>
              </a:ext>
            </a:extLst>
          </p:cNvPr>
          <p:cNvSpPr/>
          <p:nvPr/>
        </p:nvSpPr>
        <p:spPr>
          <a:xfrm>
            <a:off x="-351034" y="3617153"/>
            <a:ext cx="5212234" cy="666459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F2F7FF"/>
              </a:gs>
              <a:gs pos="100000">
                <a:srgbClr val="FFFFFF"/>
              </a:gs>
            </a:gsLst>
            <a:lin ang="13500000" scaled="0"/>
          </a:gra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92000" tIns="91425" rIns="91425" bIns="91425" anchor="ctr" anchorCtr="0">
            <a:noAutofit/>
          </a:bodyPr>
          <a:lstStyle/>
          <a:p>
            <a:pPr>
              <a:buClr>
                <a:srgbClr val="1E5BB5"/>
              </a:buClr>
            </a:pPr>
            <a:r>
              <a:rPr lang="en-GB" b="1" dirty="0">
                <a:solidFill>
                  <a:srgbClr val="1E5BB5"/>
                </a:solidFill>
                <a:latin typeface="Open Sans SemiBold" pitchFamily="2" charset="0"/>
                <a:ea typeface="Open Sans SemiBold" pitchFamily="2" charset="0"/>
                <a:cs typeface="Open Sans SemiBold" pitchFamily="2" charset="0"/>
                <a:sym typeface="Open Sans"/>
              </a:rPr>
              <a:t>Item 3</a:t>
            </a:r>
          </a:p>
        </p:txBody>
      </p:sp>
      <p:sp>
        <p:nvSpPr>
          <p:cNvPr id="13" name="Google Shape;110;p16">
            <a:extLst>
              <a:ext uri="{FF2B5EF4-FFF2-40B4-BE49-F238E27FC236}">
                <a16:creationId xmlns:a16="http://schemas.microsoft.com/office/drawing/2014/main" id="{956B4C66-97D5-FE92-971B-27FAA394C287}"/>
              </a:ext>
            </a:extLst>
          </p:cNvPr>
          <p:cNvSpPr/>
          <p:nvPr/>
        </p:nvSpPr>
        <p:spPr>
          <a:xfrm>
            <a:off x="-351034" y="4365299"/>
            <a:ext cx="5212234" cy="666459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F2F7FF"/>
              </a:gs>
              <a:gs pos="100000">
                <a:srgbClr val="FFFFFF"/>
              </a:gs>
            </a:gsLst>
            <a:lin ang="13500000" scaled="0"/>
          </a:gra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92000" tIns="91425" rIns="91425" bIns="91425" anchor="ctr" anchorCtr="0">
            <a:noAutofit/>
          </a:bodyPr>
          <a:lstStyle/>
          <a:p>
            <a:pPr>
              <a:buClr>
                <a:srgbClr val="1E5BB5"/>
              </a:buClr>
            </a:pPr>
            <a:r>
              <a:rPr lang="en-GB" b="1" dirty="0">
                <a:solidFill>
                  <a:srgbClr val="1E5BB5"/>
                </a:solidFill>
                <a:latin typeface="Open Sans SemiBold" pitchFamily="2" charset="0"/>
                <a:ea typeface="Open Sans SemiBold" pitchFamily="2" charset="0"/>
                <a:cs typeface="Open Sans SemiBold" pitchFamily="2" charset="0"/>
                <a:sym typeface="Open Sans"/>
              </a:rPr>
              <a:t>Item 4</a:t>
            </a:r>
          </a:p>
        </p:txBody>
      </p:sp>
      <p:sp>
        <p:nvSpPr>
          <p:cNvPr id="14" name="Google Shape;110;p16">
            <a:extLst>
              <a:ext uri="{FF2B5EF4-FFF2-40B4-BE49-F238E27FC236}">
                <a16:creationId xmlns:a16="http://schemas.microsoft.com/office/drawing/2014/main" id="{3F0E9F40-EF00-9DC1-3A06-95F66587E57C}"/>
              </a:ext>
            </a:extLst>
          </p:cNvPr>
          <p:cNvSpPr/>
          <p:nvPr/>
        </p:nvSpPr>
        <p:spPr>
          <a:xfrm>
            <a:off x="-351034" y="5113444"/>
            <a:ext cx="5212234" cy="666459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F2F7FF"/>
              </a:gs>
              <a:gs pos="100000">
                <a:srgbClr val="FFFFFF"/>
              </a:gs>
            </a:gsLst>
            <a:lin ang="13500000" scaled="0"/>
          </a:gra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92000" tIns="91425" rIns="91425" bIns="91425" anchor="ctr" anchorCtr="0">
            <a:noAutofit/>
          </a:bodyPr>
          <a:lstStyle/>
          <a:p>
            <a:pPr>
              <a:buClr>
                <a:srgbClr val="1E5BB5"/>
              </a:buClr>
            </a:pPr>
            <a:r>
              <a:rPr lang="en-GB" b="1" dirty="0">
                <a:solidFill>
                  <a:srgbClr val="1E5BB5"/>
                </a:solidFill>
                <a:latin typeface="Open Sans SemiBold" pitchFamily="2" charset="0"/>
                <a:ea typeface="Open Sans SemiBold" pitchFamily="2" charset="0"/>
                <a:cs typeface="Open Sans SemiBold" pitchFamily="2" charset="0"/>
                <a:sym typeface="Open Sans"/>
              </a:rPr>
              <a:t>Item 5</a:t>
            </a:r>
          </a:p>
        </p:txBody>
      </p:sp>
    </p:spTree>
    <p:extLst>
      <p:ext uri="{BB962C8B-B14F-4D97-AF65-F5344CB8AC3E}">
        <p14:creationId xmlns:p14="http://schemas.microsoft.com/office/powerpoint/2010/main" val="16843208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B41E22-4416-A494-EF9C-ECE7F9361F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001" y="2875002"/>
            <a:ext cx="8331626" cy="553998"/>
          </a:xfrm>
        </p:spPr>
        <p:txBody>
          <a:bodyPr/>
          <a:lstStyle/>
          <a:p>
            <a:r>
              <a:rPr lang="en-US" sz="4000" dirty="0"/>
              <a:t>Section Break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7F385A-EDA9-765B-DCFE-F86BCA14F7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B377F6A-2966-294D-95D7-FBB58FDBE7CB}" type="slidenum">
              <a:rPr lang="en-US" smtClean="0"/>
              <a:pPr/>
              <a:t>3</a:t>
            </a:fld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3B3D7ED2-BB62-C756-333E-8AFB5FFF1C43}"/>
              </a:ext>
            </a:extLst>
          </p:cNvPr>
          <p:cNvSpPr txBox="1">
            <a:spLocks/>
          </p:cNvSpPr>
          <p:nvPr/>
        </p:nvSpPr>
        <p:spPr>
          <a:xfrm>
            <a:off x="540000" y="6461968"/>
            <a:ext cx="3078186" cy="153888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defPPr>
              <a:defRPr lang="en-US"/>
            </a:defPPr>
            <a:lvl1pPr marL="0" algn="l" defTabSz="914355" rtl="0" eaLnBrk="1" latinLnBrk="0" hangingPunct="1">
              <a:defRPr sz="1000" b="0" i="0" kern="1200">
                <a:solidFill>
                  <a:srgbClr val="242D4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  <a:lvl2pPr marL="457177" algn="l" defTabSz="91435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55" algn="l" defTabSz="91435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32" algn="l" defTabSz="91435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09" algn="l" defTabSz="91435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886" algn="l" defTabSz="91435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063" algn="l" defTabSz="91435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240" algn="l" defTabSz="91435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417" algn="l" defTabSz="91435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>
                <a:solidFill>
                  <a:srgbClr val="CFE2F3"/>
                </a:solidFill>
              </a:rPr>
              <a:t>©</a:t>
            </a:r>
            <a:fld id="{3FEB6F09-2C38-294C-994A-AB349969DE87}" type="datetimeyyyy">
              <a:rPr lang="en-GB" smtClean="0">
                <a:solidFill>
                  <a:srgbClr val="CFE2F3"/>
                </a:solidFill>
              </a:rPr>
              <a:pPr/>
              <a:t>2026</a:t>
            </a:fld>
            <a:r>
              <a:rPr lang="en-US">
                <a:solidFill>
                  <a:srgbClr val="CFE2F3"/>
                </a:solidFill>
              </a:rPr>
              <a:t> TrustFlight Ltd. All rights reserved. </a:t>
            </a:r>
            <a:endParaRPr lang="en-US" dirty="0">
              <a:solidFill>
                <a:srgbClr val="CFE2F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506495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166096B-8C46-3BA2-D97C-4E2EE03824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B377F6A-2966-294D-95D7-FBB58FDBE7CB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75C10E2-09F7-A408-DABC-D88E6FD3C20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 dirty="0"/>
              <a:t>©</a:t>
            </a:r>
            <a:fld id="{3FEB6F09-2C38-294C-994A-AB349969DE87}" type="datetimeyyyy">
              <a:rPr lang="en-GB" smtClean="0"/>
              <a:pPr/>
              <a:t>2026</a:t>
            </a:fld>
            <a:r>
              <a:rPr lang="en-US" dirty="0"/>
              <a:t> TrustFlight Ltd. All rights reserved. 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44940188-9A3A-52A9-CA08-A8EAC059D1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000" y="774000"/>
            <a:ext cx="9462670" cy="553998"/>
          </a:xfrm>
        </p:spPr>
        <p:txBody>
          <a:bodyPr/>
          <a:lstStyle/>
          <a:p>
            <a:r>
              <a:rPr lang="en-US" sz="4000" dirty="0"/>
              <a:t>Slide Title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22D7855-27A0-05F0-C6A3-FAE31F47933A}"/>
              </a:ext>
            </a:extLst>
          </p:cNvPr>
          <p:cNvSpPr txBox="1"/>
          <p:nvPr/>
        </p:nvSpPr>
        <p:spPr>
          <a:xfrm>
            <a:off x="546099" y="1376160"/>
            <a:ext cx="9396187" cy="307777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t">
            <a:spAutoFit/>
          </a:bodyPr>
          <a:lstStyle/>
          <a:p>
            <a:pPr algn="l"/>
            <a:r>
              <a:rPr lang="en-US" sz="2000" dirty="0">
                <a:solidFill>
                  <a:srgbClr val="479FF8"/>
                </a:solidFill>
                <a:latin typeface="Open Sans SemiBold" pitchFamily="2" charset="0"/>
                <a:ea typeface="Open Sans SemiBold" pitchFamily="2" charset="0"/>
                <a:cs typeface="Open Sans SemiBold" pitchFamily="2" charset="0"/>
              </a:rPr>
              <a:t>Slide subtitle</a:t>
            </a:r>
          </a:p>
        </p:txBody>
      </p:sp>
    </p:spTree>
    <p:extLst>
      <p:ext uri="{BB962C8B-B14F-4D97-AF65-F5344CB8AC3E}">
        <p14:creationId xmlns:p14="http://schemas.microsoft.com/office/powerpoint/2010/main" val="12961117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166096B-8C46-3BA2-D97C-4E2EE03824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B377F6A-2966-294D-95D7-FBB58FDBE7CB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75C10E2-09F7-A408-DABC-D88E6FD3C20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 dirty="0"/>
              <a:t>©</a:t>
            </a:r>
            <a:fld id="{3FEB6F09-2C38-294C-994A-AB349969DE87}" type="datetimeyyyy">
              <a:rPr lang="en-GB" smtClean="0"/>
              <a:pPr/>
              <a:t>2026</a:t>
            </a:fld>
            <a:r>
              <a:rPr lang="en-US" dirty="0"/>
              <a:t> TrustFlight Ltd. All rights reserved. </a:t>
            </a:r>
          </a:p>
        </p:txBody>
      </p:sp>
      <p:sp>
        <p:nvSpPr>
          <p:cNvPr id="10" name="Title 7">
            <a:extLst>
              <a:ext uri="{FF2B5EF4-FFF2-40B4-BE49-F238E27FC236}">
                <a16:creationId xmlns:a16="http://schemas.microsoft.com/office/drawing/2014/main" id="{06E2CBAA-657A-EF27-95BC-D5E773961E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000" y="774000"/>
            <a:ext cx="5310467" cy="553998"/>
          </a:xfrm>
        </p:spPr>
        <p:txBody>
          <a:bodyPr/>
          <a:lstStyle/>
          <a:p>
            <a:r>
              <a:rPr lang="en-US" sz="4000" dirty="0"/>
              <a:t>Slide Title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B3D4EC7-BDE8-0754-7433-BE79F272B7F4}"/>
              </a:ext>
            </a:extLst>
          </p:cNvPr>
          <p:cNvSpPr txBox="1"/>
          <p:nvPr/>
        </p:nvSpPr>
        <p:spPr>
          <a:xfrm>
            <a:off x="546099" y="1376160"/>
            <a:ext cx="5273157" cy="307777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t">
            <a:spAutoFit/>
          </a:bodyPr>
          <a:lstStyle/>
          <a:p>
            <a:pPr algn="l"/>
            <a:r>
              <a:rPr lang="en-US" sz="2000" dirty="0">
                <a:solidFill>
                  <a:srgbClr val="479FF8"/>
                </a:solidFill>
                <a:latin typeface="Open Sans SemiBold" pitchFamily="2" charset="0"/>
                <a:ea typeface="Open Sans SemiBold" pitchFamily="2" charset="0"/>
                <a:cs typeface="Open Sans SemiBold" pitchFamily="2" charset="0"/>
              </a:rPr>
              <a:t>Slide subtitle</a:t>
            </a:r>
          </a:p>
        </p:txBody>
      </p:sp>
    </p:spTree>
    <p:extLst>
      <p:ext uri="{BB962C8B-B14F-4D97-AF65-F5344CB8AC3E}">
        <p14:creationId xmlns:p14="http://schemas.microsoft.com/office/powerpoint/2010/main" val="31005298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010306"/>
            </a:gs>
            <a:gs pos="100000">
              <a:srgbClr val="031022"/>
            </a:gs>
          </a:gsLst>
          <a:lin ang="30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A5CB51-C492-0CF3-B897-F182A96F8F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000" y="773887"/>
            <a:ext cx="9462670" cy="553998"/>
          </a:xfrm>
        </p:spPr>
        <p:txBody>
          <a:bodyPr/>
          <a:lstStyle/>
          <a:p>
            <a:r>
              <a:rPr lang="en-US" sz="4000" dirty="0">
                <a:solidFill>
                  <a:schemeClr val="bg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rPr>
              <a:t>Slide Title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0A66E9-8931-42A9-646A-62CD922C3DC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B377F6A-2966-294D-95D7-FBB58FDBE7CB}" type="slidenum">
              <a:rPr lang="en-US" smtClean="0"/>
              <a:pPr/>
              <a:t>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1098A5-FDA6-218B-8FDA-301521600D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40000" y="6461968"/>
            <a:ext cx="3078186" cy="153888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00" b="0" i="0">
                <a:solidFill>
                  <a:srgbClr val="242D4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r>
              <a:rPr lang="en-US" dirty="0"/>
              <a:t>©</a:t>
            </a:r>
            <a:fld id="{3FEB6F09-2C38-294C-994A-AB349969DE87}" type="datetimeyyyy">
              <a:rPr lang="en-GB" smtClean="0"/>
              <a:pPr/>
              <a:t>2026</a:t>
            </a:fld>
            <a:r>
              <a:rPr lang="en-US" dirty="0"/>
              <a:t> </a:t>
            </a:r>
            <a:r>
              <a:rPr lang="en-US" dirty="0" err="1"/>
              <a:t>TrustFlight</a:t>
            </a:r>
            <a:r>
              <a:rPr lang="en-US" dirty="0"/>
              <a:t> Ltd. All rights reserved. </a:t>
            </a:r>
          </a:p>
        </p:txBody>
      </p:sp>
    </p:spTree>
    <p:extLst>
      <p:ext uri="{BB962C8B-B14F-4D97-AF65-F5344CB8AC3E}">
        <p14:creationId xmlns:p14="http://schemas.microsoft.com/office/powerpoint/2010/main" val="27014297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142FB2-D27B-8EA1-E477-92FB93D590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000" y="774000"/>
            <a:ext cx="9462670" cy="553998"/>
          </a:xfrm>
        </p:spPr>
        <p:txBody>
          <a:bodyPr/>
          <a:lstStyle/>
          <a:p>
            <a:r>
              <a:rPr lang="en-US" sz="4000" dirty="0"/>
              <a:t>Slide Title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8562A10-B3FE-CCD6-3B68-053CD49D046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B377F6A-2966-294D-95D7-FBB58FDBE7CB}" type="slidenum">
              <a:rPr lang="en-US" smtClean="0"/>
              <a:pPr/>
              <a:t>7</a:t>
            </a:fld>
            <a:endParaRPr lang="en-US"/>
          </a:p>
        </p:txBody>
      </p:sp>
      <p:sp>
        <p:nvSpPr>
          <p:cNvPr id="12" name="Content Placeholder 4">
            <a:extLst>
              <a:ext uri="{FF2B5EF4-FFF2-40B4-BE49-F238E27FC236}">
                <a16:creationId xmlns:a16="http://schemas.microsoft.com/office/drawing/2014/main" id="{7A6A3014-D139-ED15-CA4C-45DFB26D1B85}"/>
              </a:ext>
            </a:extLst>
          </p:cNvPr>
          <p:cNvSpPr txBox="1">
            <a:spLocks/>
          </p:cNvSpPr>
          <p:nvPr/>
        </p:nvSpPr>
        <p:spPr>
          <a:xfrm>
            <a:off x="540000" y="1382429"/>
            <a:ext cx="6905829" cy="21544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marL="228589" indent="-228589" algn="l" defTabSz="914355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1E5BB5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bg1"/>
                </a:solidFill>
                <a:latin typeface="Open Sans Light" panose="020B0606030504020204" pitchFamily="34" charset="0"/>
                <a:ea typeface="Open Sans Light" panose="020B0606030504020204" pitchFamily="34" charset="0"/>
                <a:cs typeface="Open Sans Light" panose="020B0606030504020204" pitchFamily="34" charset="0"/>
              </a:defRPr>
            </a:lvl1pPr>
            <a:lvl2pPr marL="685766" indent="-228589" algn="l" defTabSz="914355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1E5BB5"/>
              </a:buClr>
              <a:buFont typeface="Arial" panose="020B0604020202020204" pitchFamily="34" charset="0"/>
              <a:buChar char="•"/>
              <a:defRPr sz="1400" b="0" i="0" kern="1200">
                <a:solidFill>
                  <a:srgbClr val="E0E8F7"/>
                </a:solidFill>
                <a:latin typeface="Open Sans Light" panose="020B0606030504020204" pitchFamily="34" charset="0"/>
                <a:ea typeface="Open Sans Light" panose="020B0606030504020204" pitchFamily="34" charset="0"/>
                <a:cs typeface="Open Sans Light" panose="020B0606030504020204" pitchFamily="34" charset="0"/>
              </a:defRPr>
            </a:lvl2pPr>
            <a:lvl3pPr marL="1142943" indent="-228589" algn="l" defTabSz="914355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1E5BB5"/>
              </a:buClr>
              <a:buFont typeface="Arial" panose="020B0604020202020204" pitchFamily="34" charset="0"/>
              <a:buChar char="•"/>
              <a:defRPr sz="1400" b="0" i="0" kern="1200">
                <a:solidFill>
                  <a:srgbClr val="E0E8F7"/>
                </a:solidFill>
                <a:latin typeface="Open Sans Light" panose="020B0606030504020204" pitchFamily="34" charset="0"/>
                <a:ea typeface="Open Sans Light" panose="020B0606030504020204" pitchFamily="34" charset="0"/>
                <a:cs typeface="Open Sans Light" panose="020B0606030504020204" pitchFamily="34" charset="0"/>
              </a:defRPr>
            </a:lvl3pPr>
            <a:lvl4pPr marL="1600120" indent="-228589" algn="l" defTabSz="914355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1E5BB5"/>
              </a:buClr>
              <a:buFont typeface="Arial" panose="020B0604020202020204" pitchFamily="34" charset="0"/>
              <a:buChar char="•"/>
              <a:defRPr sz="1400" b="0" i="0" kern="1200">
                <a:solidFill>
                  <a:srgbClr val="E0E8F7"/>
                </a:solidFill>
                <a:latin typeface="Open Sans Light" panose="020B0606030504020204" pitchFamily="34" charset="0"/>
                <a:ea typeface="Open Sans Light" panose="020B0606030504020204" pitchFamily="34" charset="0"/>
                <a:cs typeface="Open Sans Light" panose="020B0606030504020204" pitchFamily="34" charset="0"/>
              </a:defRPr>
            </a:lvl4pPr>
            <a:lvl5pPr marL="2057297" indent="-228589" algn="l" defTabSz="914355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1E5BB5"/>
              </a:buClr>
              <a:buFont typeface="Arial" panose="020B0604020202020204" pitchFamily="34" charset="0"/>
              <a:buChar char="•"/>
              <a:defRPr sz="1400" b="0" i="0" kern="1200">
                <a:solidFill>
                  <a:srgbClr val="E0E8F7"/>
                </a:solidFill>
                <a:latin typeface="Open Sans Light" panose="020B0606030504020204" pitchFamily="34" charset="0"/>
                <a:ea typeface="Open Sans Light" panose="020B0606030504020204" pitchFamily="34" charset="0"/>
                <a:cs typeface="Open Sans Light" panose="020B0606030504020204" pitchFamily="34" charset="0"/>
              </a:defRPr>
            </a:lvl5pPr>
            <a:lvl6pPr marL="2514475" indent="-228589" algn="l" defTabSz="914355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5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5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5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600"/>
              </a:spcAft>
              <a:buClr>
                <a:srgbClr val="479FF8"/>
              </a:buClr>
              <a:buSzPct val="150000"/>
              <a:buNone/>
            </a:pPr>
            <a:r>
              <a:rPr lang="en-US" sz="1400" b="1" dirty="0">
                <a:solidFill>
                  <a:srgbClr val="1E5BB5"/>
                </a:solidFill>
                <a:latin typeface="Open Sans SemiBold" pitchFamily="2" charset="0"/>
                <a:ea typeface="Open Sans SemiBold" pitchFamily="2" charset="0"/>
                <a:cs typeface="Open Sans SemiBold" pitchFamily="2" charset="0"/>
              </a:rPr>
              <a:t>Slide subtitle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CD32B7AD-73A8-00A3-C5D2-3206338E264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40000" y="6461968"/>
            <a:ext cx="3078186" cy="153888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00" b="0" i="0">
                <a:solidFill>
                  <a:srgbClr val="242D4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r>
              <a:rPr lang="en-US" dirty="0"/>
              <a:t>©</a:t>
            </a:r>
            <a:fld id="{3FEB6F09-2C38-294C-994A-AB349969DE87}" type="datetimeyyyy">
              <a:rPr lang="en-GB" smtClean="0"/>
              <a:pPr/>
              <a:t>2026</a:t>
            </a:fld>
            <a:r>
              <a:rPr lang="en-US" dirty="0"/>
              <a:t> </a:t>
            </a:r>
            <a:r>
              <a:rPr lang="en-US" dirty="0" err="1"/>
              <a:t>TrustFlight</a:t>
            </a:r>
            <a:r>
              <a:rPr lang="en-US" dirty="0"/>
              <a:t> Ltd. All rights reserved. </a:t>
            </a:r>
          </a:p>
        </p:txBody>
      </p:sp>
    </p:spTree>
    <p:extLst>
      <p:ext uri="{BB962C8B-B14F-4D97-AF65-F5344CB8AC3E}">
        <p14:creationId xmlns:p14="http://schemas.microsoft.com/office/powerpoint/2010/main" val="33799805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D580264-AD48-E7A1-EBA8-77BFFA123471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279043" y="3977042"/>
            <a:ext cx="2682064" cy="450009"/>
          </a:xfrm>
          <a:prstGeom prst="rect">
            <a:avLst/>
          </a:prstGeom>
        </p:spPr>
      </p:pic>
      <p:sp>
        <p:nvSpPr>
          <p:cNvPr id="3" name="Content Placeholder 4">
            <a:extLst>
              <a:ext uri="{FF2B5EF4-FFF2-40B4-BE49-F238E27FC236}">
                <a16:creationId xmlns:a16="http://schemas.microsoft.com/office/drawing/2014/main" id="{B8CA0451-C618-FDB1-1BE4-50B1351F562A}"/>
              </a:ext>
            </a:extLst>
          </p:cNvPr>
          <p:cNvSpPr txBox="1">
            <a:spLocks/>
          </p:cNvSpPr>
          <p:nvPr/>
        </p:nvSpPr>
        <p:spPr>
          <a:xfrm>
            <a:off x="7040965" y="4525978"/>
            <a:ext cx="3641094" cy="67710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marL="228589" indent="-228589" algn="l" defTabSz="914355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1E5BB5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bg1"/>
                </a:solidFill>
                <a:latin typeface="Open Sans Light" panose="020B0606030504020204" pitchFamily="34" charset="0"/>
                <a:ea typeface="Open Sans Light" panose="020B0606030504020204" pitchFamily="34" charset="0"/>
                <a:cs typeface="Open Sans Light" panose="020B0606030504020204" pitchFamily="34" charset="0"/>
              </a:defRPr>
            </a:lvl1pPr>
            <a:lvl2pPr marL="685766" indent="-228589" algn="l" defTabSz="914355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1E5BB5"/>
              </a:buClr>
              <a:buFont typeface="Arial" panose="020B0604020202020204" pitchFamily="34" charset="0"/>
              <a:buChar char="•"/>
              <a:defRPr sz="1400" b="0" i="0" kern="1200">
                <a:solidFill>
                  <a:srgbClr val="E0E8F7"/>
                </a:solidFill>
                <a:latin typeface="Open Sans Light" panose="020B0606030504020204" pitchFamily="34" charset="0"/>
                <a:ea typeface="Open Sans Light" panose="020B0606030504020204" pitchFamily="34" charset="0"/>
                <a:cs typeface="Open Sans Light" panose="020B0606030504020204" pitchFamily="34" charset="0"/>
              </a:defRPr>
            </a:lvl2pPr>
            <a:lvl3pPr marL="1142943" indent="-228589" algn="l" defTabSz="914355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1E5BB5"/>
              </a:buClr>
              <a:buFont typeface="Arial" panose="020B0604020202020204" pitchFamily="34" charset="0"/>
              <a:buChar char="•"/>
              <a:defRPr sz="1400" b="0" i="0" kern="1200">
                <a:solidFill>
                  <a:srgbClr val="E0E8F7"/>
                </a:solidFill>
                <a:latin typeface="Open Sans Light" panose="020B0606030504020204" pitchFamily="34" charset="0"/>
                <a:ea typeface="Open Sans Light" panose="020B0606030504020204" pitchFamily="34" charset="0"/>
                <a:cs typeface="Open Sans Light" panose="020B0606030504020204" pitchFamily="34" charset="0"/>
              </a:defRPr>
            </a:lvl3pPr>
            <a:lvl4pPr marL="1600120" indent="-228589" algn="l" defTabSz="914355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1E5BB5"/>
              </a:buClr>
              <a:buFont typeface="Arial" panose="020B0604020202020204" pitchFamily="34" charset="0"/>
              <a:buChar char="•"/>
              <a:defRPr sz="1400" b="0" i="0" kern="1200">
                <a:solidFill>
                  <a:srgbClr val="E0E8F7"/>
                </a:solidFill>
                <a:latin typeface="Open Sans Light" panose="020B0606030504020204" pitchFamily="34" charset="0"/>
                <a:ea typeface="Open Sans Light" panose="020B0606030504020204" pitchFamily="34" charset="0"/>
                <a:cs typeface="Open Sans Light" panose="020B0606030504020204" pitchFamily="34" charset="0"/>
              </a:defRPr>
            </a:lvl4pPr>
            <a:lvl5pPr marL="2057297" indent="-228589" algn="l" defTabSz="914355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1E5BB5"/>
              </a:buClr>
              <a:buFont typeface="Arial" panose="020B0604020202020204" pitchFamily="34" charset="0"/>
              <a:buChar char="•"/>
              <a:defRPr sz="1400" b="0" i="0" kern="1200">
                <a:solidFill>
                  <a:srgbClr val="E0E8F7"/>
                </a:solidFill>
                <a:latin typeface="Open Sans Light" panose="020B0606030504020204" pitchFamily="34" charset="0"/>
                <a:ea typeface="Open Sans Light" panose="020B0606030504020204" pitchFamily="34" charset="0"/>
                <a:cs typeface="Open Sans Light" panose="020B0606030504020204" pitchFamily="34" charset="0"/>
              </a:defRPr>
            </a:lvl5pPr>
            <a:lvl6pPr marL="2514475" indent="-228589" algn="l" defTabSz="914355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5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5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5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35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479FF8"/>
              </a:buClr>
              <a:buSzPct val="150000"/>
              <a:buFont typeface="Arial" panose="020B0604020202020204" pitchFamily="34" charset="0"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CFE2F3"/>
                </a:solidFill>
                <a:effectLst/>
                <a:uLnTx/>
                <a:uFillTx/>
                <a:latin typeface="Open Sans SemiBold" pitchFamily="2" charset="0"/>
                <a:ea typeface="Open Sans SemiBold" pitchFamily="2" charset="0"/>
                <a:cs typeface="Open Sans SemiBold" pitchFamily="2" charset="0"/>
              </a:rPr>
              <a:t>TrustFlight is the Aerospace Safety Intelligence Platform, integrating safety and security technology, training and consulting, and crisis management and response into a single connected ecosystem.</a:t>
            </a:r>
          </a:p>
        </p:txBody>
      </p:sp>
      <p:sp>
        <p:nvSpPr>
          <p:cNvPr id="4" name="Rounded Rectangle 3">
            <a:hlinkClick r:id="rId3"/>
            <a:extLst>
              <a:ext uri="{FF2B5EF4-FFF2-40B4-BE49-F238E27FC236}">
                <a16:creationId xmlns:a16="http://schemas.microsoft.com/office/drawing/2014/main" id="{2B7ECC57-6044-6A3F-843C-B514C97BFA29}"/>
              </a:ext>
            </a:extLst>
          </p:cNvPr>
          <p:cNvSpPr/>
          <p:nvPr/>
        </p:nvSpPr>
        <p:spPr>
          <a:xfrm>
            <a:off x="7040964" y="5535395"/>
            <a:ext cx="2073927" cy="468923"/>
          </a:xfrm>
          <a:prstGeom prst="roundRect">
            <a:avLst>
              <a:gd name="adj" fmla="val 50000"/>
            </a:avLst>
          </a:prstGeom>
          <a:solidFill>
            <a:srgbClr val="083976">
              <a:alpha val="25000"/>
            </a:srgbClr>
          </a:solidFill>
          <a:ln w="6350">
            <a:solidFill>
              <a:srgbClr val="00D5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marL="0" marR="0" lvl="0" indent="0" algn="ctr" defTabSz="91435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Open Sans SemiBold" pitchFamily="2" charset="0"/>
                <a:ea typeface="Open Sans SemiBold" pitchFamily="2" charset="0"/>
                <a:cs typeface="Open Sans SemiBold" pitchFamily="2" charset="0"/>
              </a:rPr>
              <a:t>trustflight.com</a:t>
            </a:r>
            <a:endParaRPr kumimoji="0" lang="en-US" sz="14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Open Sans SemiBold" pitchFamily="2" charset="0"/>
              <a:ea typeface="Open Sans SemiBold" pitchFamily="2" charset="0"/>
              <a:cs typeface="Open Sans SemiBold" pitchFamily="2" charset="0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6F2A4575-1B1D-C35B-055B-2C346C07BB3E}"/>
              </a:ext>
            </a:extLst>
          </p:cNvPr>
          <p:cNvGrpSpPr/>
          <p:nvPr/>
        </p:nvGrpSpPr>
        <p:grpSpPr>
          <a:xfrm>
            <a:off x="9213976" y="5535395"/>
            <a:ext cx="727080" cy="468923"/>
            <a:chOff x="9236978" y="5833626"/>
            <a:chExt cx="727080" cy="468923"/>
          </a:xfrm>
        </p:grpSpPr>
        <p:sp>
          <p:nvSpPr>
            <p:cNvPr id="7" name="Rounded Rectangle 6">
              <a:hlinkClick r:id="rId4"/>
              <a:extLst>
                <a:ext uri="{FF2B5EF4-FFF2-40B4-BE49-F238E27FC236}">
                  <a16:creationId xmlns:a16="http://schemas.microsoft.com/office/drawing/2014/main" id="{ACF9ECF5-22C9-4DE8-B852-C000E5999017}"/>
                </a:ext>
              </a:extLst>
            </p:cNvPr>
            <p:cNvSpPr/>
            <p:nvPr/>
          </p:nvSpPr>
          <p:spPr>
            <a:xfrm>
              <a:off x="9236978" y="5833626"/>
              <a:ext cx="727080" cy="468923"/>
            </a:xfrm>
            <a:prstGeom prst="roundRect">
              <a:avLst>
                <a:gd name="adj" fmla="val 50000"/>
              </a:avLst>
            </a:prstGeom>
            <a:solidFill>
              <a:srgbClr val="083976">
                <a:alpha val="25000"/>
              </a:srgbClr>
            </a:solidFill>
            <a:ln w="6350">
              <a:solidFill>
                <a:srgbClr val="00D5F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435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Open Sans SemiBold" pitchFamily="2" charset="0"/>
                <a:ea typeface="Open Sans SemiBold" pitchFamily="2" charset="0"/>
                <a:cs typeface="Open Sans SemiBold" pitchFamily="2" charset="0"/>
              </a:endParaRPr>
            </a:p>
          </p:txBody>
        </p:sp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F21B7704-3271-53A5-B845-75784F16660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9498078" y="5942928"/>
              <a:ext cx="213653" cy="213653"/>
            </a:xfrm>
            <a:prstGeom prst="rect">
              <a:avLst/>
            </a:prstGeom>
          </p:spPr>
        </p:pic>
      </p:grpSp>
      <p:sp>
        <p:nvSpPr>
          <p:cNvPr id="10" name="Rounded Rectangle 9">
            <a:hlinkClick r:id="rId6"/>
            <a:extLst>
              <a:ext uri="{FF2B5EF4-FFF2-40B4-BE49-F238E27FC236}">
                <a16:creationId xmlns:a16="http://schemas.microsoft.com/office/drawing/2014/main" id="{2722B3F7-D45C-1216-6DC5-C432E12CF0DD}"/>
              </a:ext>
            </a:extLst>
          </p:cNvPr>
          <p:cNvSpPr/>
          <p:nvPr/>
        </p:nvSpPr>
        <p:spPr>
          <a:xfrm>
            <a:off x="1234538" y="5519232"/>
            <a:ext cx="3014734" cy="468923"/>
          </a:xfrm>
          <a:prstGeom prst="roundRect">
            <a:avLst>
              <a:gd name="adj" fmla="val 50000"/>
            </a:avLst>
          </a:prstGeom>
          <a:solidFill>
            <a:srgbClr val="083976">
              <a:alpha val="25000"/>
            </a:srgbClr>
          </a:solidFill>
          <a:ln w="6350">
            <a:solidFill>
              <a:srgbClr val="00D5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marL="0" marR="0" lvl="0" indent="0" algn="ctr" defTabSz="91435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 err="1">
                <a:ln>
                  <a:noFill/>
                </a:ln>
                <a:solidFill>
                  <a:srgbClr val="00D5FF"/>
                </a:solidFill>
                <a:effectLst/>
                <a:uLnTx/>
                <a:uFillTx/>
                <a:latin typeface="Open Sans SemiBold" pitchFamily="2" charset="0"/>
                <a:ea typeface="Open Sans SemiBold" pitchFamily="2" charset="0"/>
                <a:cs typeface="Open Sans SemiBold" pitchFamily="2" charset="0"/>
              </a:rPr>
              <a:t>hello@bainessimmons.com</a:t>
            </a:r>
            <a:endParaRPr kumimoji="0" lang="en-US" sz="1400" b="1" i="0" u="none" strike="noStrike" kern="1200" cap="none" spc="0" normalizeH="0" baseline="0" noProof="0" dirty="0">
              <a:ln>
                <a:noFill/>
              </a:ln>
              <a:solidFill>
                <a:srgbClr val="00D5FF"/>
              </a:solidFill>
              <a:effectLst/>
              <a:uLnTx/>
              <a:uFillTx/>
              <a:latin typeface="Open Sans SemiBold" pitchFamily="2" charset="0"/>
              <a:ea typeface="Open Sans SemiBold" pitchFamily="2" charset="0"/>
              <a:cs typeface="Open Sans SemiBold" pitchFamily="2" charset="0"/>
            </a:endParaRPr>
          </a:p>
        </p:txBody>
      </p:sp>
      <p:sp>
        <p:nvSpPr>
          <p:cNvPr id="11" name="Rounded Rectangle 10">
            <a:hlinkClick r:id="rId7"/>
            <a:extLst>
              <a:ext uri="{FF2B5EF4-FFF2-40B4-BE49-F238E27FC236}">
                <a16:creationId xmlns:a16="http://schemas.microsoft.com/office/drawing/2014/main" id="{907A7002-1AB9-F9BE-EC6E-021C5A19C6D1}"/>
              </a:ext>
            </a:extLst>
          </p:cNvPr>
          <p:cNvSpPr/>
          <p:nvPr/>
        </p:nvSpPr>
        <p:spPr>
          <a:xfrm>
            <a:off x="1199779" y="4872781"/>
            <a:ext cx="2543089" cy="468923"/>
          </a:xfrm>
          <a:prstGeom prst="roundRect">
            <a:avLst>
              <a:gd name="adj" fmla="val 50000"/>
            </a:avLst>
          </a:prstGeom>
          <a:solidFill>
            <a:srgbClr val="083976">
              <a:alpha val="25000"/>
            </a:srgbClr>
          </a:solidFill>
          <a:ln w="6350">
            <a:solidFill>
              <a:srgbClr val="00D5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marL="0" marR="0" lvl="0" indent="0" algn="ctr" defTabSz="91435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Open Sans SemiBold" pitchFamily="2" charset="0"/>
                <a:ea typeface="Open Sans SemiBold" pitchFamily="2" charset="0"/>
                <a:cs typeface="Open Sans SemiBold" pitchFamily="2" charset="0"/>
              </a:rPr>
              <a:t>bainessimmons.com</a:t>
            </a:r>
            <a:endParaRPr kumimoji="0" lang="en-US" sz="14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Open Sans SemiBold" pitchFamily="2" charset="0"/>
              <a:ea typeface="Open Sans SemiBold" pitchFamily="2" charset="0"/>
              <a:cs typeface="Open Sans SemiBold" pitchFamily="2" charset="0"/>
            </a:endParaRP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CA1ACCE0-454F-6FCF-7080-10BBBB6C6690}"/>
              </a:ext>
            </a:extLst>
          </p:cNvPr>
          <p:cNvSpPr/>
          <p:nvPr/>
        </p:nvSpPr>
        <p:spPr>
          <a:xfrm>
            <a:off x="3834829" y="4872781"/>
            <a:ext cx="2183114" cy="468923"/>
          </a:xfrm>
          <a:prstGeom prst="roundRect">
            <a:avLst>
              <a:gd name="adj" fmla="val 50000"/>
            </a:avLst>
          </a:prstGeom>
          <a:solidFill>
            <a:srgbClr val="083976">
              <a:alpha val="25000"/>
            </a:srgbClr>
          </a:solidFill>
          <a:ln w="6350">
            <a:solidFill>
              <a:srgbClr val="00D5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marL="0" marR="0" lvl="0" indent="0" algn="ctr" defTabSz="91435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D5FF"/>
                </a:solidFill>
                <a:effectLst/>
                <a:uLnTx/>
                <a:uFillTx/>
                <a:latin typeface="Open Sans SemiBold" pitchFamily="2" charset="0"/>
                <a:ea typeface="Open Sans SemiBold" pitchFamily="2" charset="0"/>
                <a:cs typeface="Open Sans SemiBold" pitchFamily="2" charset="0"/>
              </a:rPr>
              <a:t>+44 (0)1276 859 519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513339F2-B8CD-588C-B842-15C69A77E2A1}"/>
              </a:ext>
            </a:extLst>
          </p:cNvPr>
          <p:cNvGrpSpPr/>
          <p:nvPr/>
        </p:nvGrpSpPr>
        <p:grpSpPr>
          <a:xfrm>
            <a:off x="4363551" y="5535395"/>
            <a:ext cx="727080" cy="468923"/>
            <a:chOff x="9236978" y="5833626"/>
            <a:chExt cx="727080" cy="468923"/>
          </a:xfrm>
        </p:grpSpPr>
        <p:sp>
          <p:nvSpPr>
            <p:cNvPr id="22" name="Rounded Rectangle 21">
              <a:hlinkClick r:id="rId8"/>
              <a:extLst>
                <a:ext uri="{FF2B5EF4-FFF2-40B4-BE49-F238E27FC236}">
                  <a16:creationId xmlns:a16="http://schemas.microsoft.com/office/drawing/2014/main" id="{EC2F8741-CF43-A8A2-FA44-343412F19C57}"/>
                </a:ext>
              </a:extLst>
            </p:cNvPr>
            <p:cNvSpPr/>
            <p:nvPr/>
          </p:nvSpPr>
          <p:spPr>
            <a:xfrm>
              <a:off x="9236978" y="5833626"/>
              <a:ext cx="727080" cy="468923"/>
            </a:xfrm>
            <a:prstGeom prst="roundRect">
              <a:avLst>
                <a:gd name="adj" fmla="val 50000"/>
              </a:avLst>
            </a:prstGeom>
            <a:solidFill>
              <a:srgbClr val="083976">
                <a:alpha val="25000"/>
              </a:srgbClr>
            </a:solidFill>
            <a:ln w="6350">
              <a:solidFill>
                <a:srgbClr val="00D5F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435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Open Sans SemiBold" pitchFamily="2" charset="0"/>
                <a:ea typeface="Open Sans SemiBold" pitchFamily="2" charset="0"/>
                <a:cs typeface="Open Sans SemiBold" pitchFamily="2" charset="0"/>
              </a:endParaRPr>
            </a:p>
          </p:txBody>
        </p:sp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80F167FD-CD6D-0AFA-ABA5-109372C1985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9498078" y="5942928"/>
              <a:ext cx="213653" cy="213653"/>
            </a:xfrm>
            <a:prstGeom prst="rect">
              <a:avLst/>
            </a:prstGeom>
          </p:spPr>
        </p:pic>
      </p:grpSp>
      <p:pic>
        <p:nvPicPr>
          <p:cNvPr id="24" name="Graphic 17">
            <a:extLst>
              <a:ext uri="{FF2B5EF4-FFF2-40B4-BE49-F238E27FC236}">
                <a16:creationId xmlns:a16="http://schemas.microsoft.com/office/drawing/2014/main" id="{2003D58B-FA57-BB9A-91A2-652257308B5D}"/>
              </a:ext>
            </a:extLst>
          </p:cNvPr>
          <p:cNvPicPr>
            <a:picLocks noChangeAspect="1"/>
          </p:cNvPicPr>
          <p:nvPr/>
        </p:nvPicPr>
        <p:blipFill>
          <a:blip r:embed="rId9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" r="193"/>
          <a:stretch>
            <a:fillRect/>
          </a:stretch>
        </p:blipFill>
        <p:spPr>
          <a:xfrm>
            <a:off x="1199778" y="3977043"/>
            <a:ext cx="2543089" cy="371408"/>
          </a:xfrm>
          <a:prstGeom prst="rect">
            <a:avLst/>
          </a:prstGeom>
        </p:spPr>
      </p:pic>
      <p:sp>
        <p:nvSpPr>
          <p:cNvPr id="25" name="Content Placeholder 4">
            <a:extLst>
              <a:ext uri="{FF2B5EF4-FFF2-40B4-BE49-F238E27FC236}">
                <a16:creationId xmlns:a16="http://schemas.microsoft.com/office/drawing/2014/main" id="{AAE470AC-8E80-46DE-96C7-ABDDCF0E83B8}"/>
              </a:ext>
            </a:extLst>
          </p:cNvPr>
          <p:cNvSpPr txBox="1">
            <a:spLocks/>
          </p:cNvSpPr>
          <p:nvPr/>
        </p:nvSpPr>
        <p:spPr>
          <a:xfrm>
            <a:off x="1199779" y="4525978"/>
            <a:ext cx="7044206" cy="16927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marL="228589" indent="-228589" algn="l" defTabSz="914355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1E5BB5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bg1"/>
                </a:solidFill>
                <a:latin typeface="Open Sans Light" panose="020B0606030504020204" pitchFamily="34" charset="0"/>
                <a:ea typeface="Open Sans Light" panose="020B0606030504020204" pitchFamily="34" charset="0"/>
                <a:cs typeface="Open Sans Light" panose="020B0606030504020204" pitchFamily="34" charset="0"/>
              </a:defRPr>
            </a:lvl1pPr>
            <a:lvl2pPr marL="685766" indent="-228589" algn="l" defTabSz="914355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1E5BB5"/>
              </a:buClr>
              <a:buFont typeface="Arial" panose="020B0604020202020204" pitchFamily="34" charset="0"/>
              <a:buChar char="•"/>
              <a:defRPr sz="1400" b="0" i="0" kern="1200">
                <a:solidFill>
                  <a:srgbClr val="E0E8F7"/>
                </a:solidFill>
                <a:latin typeface="Open Sans Light" panose="020B0606030504020204" pitchFamily="34" charset="0"/>
                <a:ea typeface="Open Sans Light" panose="020B0606030504020204" pitchFamily="34" charset="0"/>
                <a:cs typeface="Open Sans Light" panose="020B0606030504020204" pitchFamily="34" charset="0"/>
              </a:defRPr>
            </a:lvl2pPr>
            <a:lvl3pPr marL="1142943" indent="-228589" algn="l" defTabSz="914355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1E5BB5"/>
              </a:buClr>
              <a:buFont typeface="Arial" panose="020B0604020202020204" pitchFamily="34" charset="0"/>
              <a:buChar char="•"/>
              <a:defRPr sz="1400" b="0" i="0" kern="1200">
                <a:solidFill>
                  <a:srgbClr val="E0E8F7"/>
                </a:solidFill>
                <a:latin typeface="Open Sans Light" panose="020B0606030504020204" pitchFamily="34" charset="0"/>
                <a:ea typeface="Open Sans Light" panose="020B0606030504020204" pitchFamily="34" charset="0"/>
                <a:cs typeface="Open Sans Light" panose="020B0606030504020204" pitchFamily="34" charset="0"/>
              </a:defRPr>
            </a:lvl3pPr>
            <a:lvl4pPr marL="1600120" indent="-228589" algn="l" defTabSz="914355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1E5BB5"/>
              </a:buClr>
              <a:buFont typeface="Arial" panose="020B0604020202020204" pitchFamily="34" charset="0"/>
              <a:buChar char="•"/>
              <a:defRPr sz="1400" b="0" i="0" kern="1200">
                <a:solidFill>
                  <a:srgbClr val="E0E8F7"/>
                </a:solidFill>
                <a:latin typeface="Open Sans Light" panose="020B0606030504020204" pitchFamily="34" charset="0"/>
                <a:ea typeface="Open Sans Light" panose="020B0606030504020204" pitchFamily="34" charset="0"/>
                <a:cs typeface="Open Sans Light" panose="020B0606030504020204" pitchFamily="34" charset="0"/>
              </a:defRPr>
            </a:lvl4pPr>
            <a:lvl5pPr marL="2057297" indent="-228589" algn="l" defTabSz="914355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1E5BB5"/>
              </a:buClr>
              <a:buFont typeface="Arial" panose="020B0604020202020204" pitchFamily="34" charset="0"/>
              <a:buChar char="•"/>
              <a:defRPr sz="1400" b="0" i="0" kern="1200">
                <a:solidFill>
                  <a:srgbClr val="E0E8F7"/>
                </a:solidFill>
                <a:latin typeface="Open Sans Light" panose="020B0606030504020204" pitchFamily="34" charset="0"/>
                <a:ea typeface="Open Sans Light" panose="020B0606030504020204" pitchFamily="34" charset="0"/>
                <a:cs typeface="Open Sans Light" panose="020B0606030504020204" pitchFamily="34" charset="0"/>
              </a:defRPr>
            </a:lvl5pPr>
            <a:lvl6pPr marL="2514475" indent="-228589" algn="l" defTabSz="914355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5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5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5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35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479FF8"/>
              </a:buClr>
              <a:buSzPct val="150000"/>
              <a:buFont typeface="Arial" panose="020B0604020202020204" pitchFamily="34" charset="0"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CFE2F3"/>
                </a:solidFill>
                <a:effectLst/>
                <a:uLnTx/>
                <a:uFillTx/>
                <a:latin typeface="Open Sans SemiBold" pitchFamily="2" charset="0"/>
                <a:ea typeface="Open Sans SemiBold" pitchFamily="2" charset="0"/>
                <a:cs typeface="Open Sans SemiBold" pitchFamily="2" charset="0"/>
              </a:rPr>
              <a:t>25 years of safety and consultancy services.</a:t>
            </a:r>
          </a:p>
        </p:txBody>
      </p:sp>
      <p:sp>
        <p:nvSpPr>
          <p:cNvPr id="26" name="Title 1">
            <a:extLst>
              <a:ext uri="{FF2B5EF4-FFF2-40B4-BE49-F238E27FC236}">
                <a16:creationId xmlns:a16="http://schemas.microsoft.com/office/drawing/2014/main" id="{64E2E40C-4788-82E3-71C8-781CBB81EA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9778" y="2133060"/>
            <a:ext cx="9354088" cy="747897"/>
          </a:xfrm>
        </p:spPr>
        <p:txBody>
          <a:bodyPr lIns="0" tIns="0" rIns="0" bIns="0"/>
          <a:lstStyle/>
          <a:p>
            <a:pPr algn="l"/>
            <a:r>
              <a:rPr lang="en-US" dirty="0"/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119104361"/>
      </p:ext>
    </p:extLst>
  </p:cSld>
  <p:clrMapOvr>
    <a:masterClrMapping/>
  </p:clrMapOvr>
</p:sld>
</file>

<file path=ppt/theme/theme1.xml><?xml version="1.0" encoding="utf-8"?>
<a:theme xmlns:a="http://schemas.openxmlformats.org/drawingml/2006/main" name="Dark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Master Presentation Template v2.1" id="{2FBCECD7-838F-B84F-9CC9-2ABC1C915E3A}" vid="{741AF9E2-8FDF-DB4C-B80C-59F02AB6026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128ECDB296534D4A9769597AD82280A0" ma:contentTypeVersion="13" ma:contentTypeDescription="Create a new document." ma:contentTypeScope="" ma:versionID="e87e6628bbf81cd255d30c48b4445ae1">
  <xsd:schema xmlns:xsd="http://www.w3.org/2001/XMLSchema" xmlns:xs="http://www.w3.org/2001/XMLSchema" xmlns:p="http://schemas.microsoft.com/office/2006/metadata/properties" xmlns:ns2="786f6ea3-4ea6-437c-a297-c135d4f2e74c" xmlns:ns3="f61f66a0-0880-4c0b-b123-6e5c0c961f27" targetNamespace="http://schemas.microsoft.com/office/2006/metadata/properties" ma:root="true" ma:fieldsID="213364783f13fe8fce2791cc90fb8a52" ns2:_="" ns3:_="">
    <xsd:import namespace="786f6ea3-4ea6-437c-a297-c135d4f2e74c"/>
    <xsd:import namespace="f61f66a0-0880-4c0b-b123-6e5c0c961f27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Location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86f6ea3-4ea6-437c-a297-c135d4f2e74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Image Tags" ma:readOnly="false" ma:fieldId="{5cf76f15-5ced-4ddc-b409-7134ff3c332f}" ma:taxonomyMulti="true" ma:sspId="c64dd094-1789-492b-b53b-02698a9faf3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8" nillable="true" ma:displayName="Location" ma:indexed="true" ma:internalName="MediaServiceLocation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61f66a0-0880-4c0b-b123-6e5c0c961f27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e7f59b13-3799-4695-8bbe-164d9d0a9ffd}" ma:internalName="TaxCatchAll" ma:showField="CatchAllData" ma:web="f61f66a0-0880-4c0b-b123-6e5c0c961f27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786f6ea3-4ea6-437c-a297-c135d4f2e74c">
      <Terms xmlns="http://schemas.microsoft.com/office/infopath/2007/PartnerControls"/>
    </lcf76f155ced4ddcb4097134ff3c332f>
    <TaxCatchAll xmlns="f61f66a0-0880-4c0b-b123-6e5c0c961f27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B26961EF-F0F6-44FB-A519-21391519460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86f6ea3-4ea6-437c-a297-c135d4f2e74c"/>
    <ds:schemaRef ds:uri="f61f66a0-0880-4c0b-b123-6e5c0c961f2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33EAB162-098D-4AAD-B447-7AA8F957B0D7}">
  <ds:schemaRefs>
    <ds:schemaRef ds:uri="786f6ea3-4ea6-437c-a297-c135d4f2e74c"/>
    <ds:schemaRef ds:uri="http://schemas.openxmlformats.org/package/2006/metadata/core-properties"/>
    <ds:schemaRef ds:uri="http://purl.org/dc/elements/1.1/"/>
    <ds:schemaRef ds:uri="http://schemas.microsoft.com/office/2006/documentManagement/types"/>
    <ds:schemaRef ds:uri="http://purl.org/dc/dcmitype/"/>
    <ds:schemaRef ds:uri="http://purl.org/dc/terms/"/>
    <ds:schemaRef ds:uri="http://schemas.microsoft.com/office/2006/metadata/properties"/>
    <ds:schemaRef ds:uri="http://schemas.microsoft.com/office/infopath/2007/PartnerControls"/>
    <ds:schemaRef ds:uri="f61f66a0-0880-4c0b-b123-6e5c0c961f27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DAB22FEE-1B56-42A8-8CFB-FF76A629D598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19914</TotalTime>
  <Words>220</Words>
  <Application>Microsoft Macintosh PowerPoint</Application>
  <PresentationFormat>Widescreen</PresentationFormat>
  <Paragraphs>44</Paragraphs>
  <Slides>8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Aptos</vt:lpstr>
      <vt:lpstr>Arial</vt:lpstr>
      <vt:lpstr>Open Sans Light</vt:lpstr>
      <vt:lpstr>Open Sans SemiBold</vt:lpstr>
      <vt:lpstr>Dark</vt:lpstr>
      <vt:lpstr>PowerPoint Presentation</vt:lpstr>
      <vt:lpstr>Agenda</vt:lpstr>
      <vt:lpstr>Section Break</vt:lpstr>
      <vt:lpstr>Slide Title</vt:lpstr>
      <vt:lpstr>Slide Title</vt:lpstr>
      <vt:lpstr>Slide Title</vt:lpstr>
      <vt:lpstr>Slide Title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Alexandru Craiu</dc:creator>
  <cp:lastModifiedBy>Alexandru Craiu</cp:lastModifiedBy>
  <cp:revision>18</cp:revision>
  <dcterms:created xsi:type="dcterms:W3CDTF">2026-01-30T14:24:02Z</dcterms:created>
  <dcterms:modified xsi:type="dcterms:W3CDTF">2026-05-28T11:01:05Z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0x010100128ECDB296534D4A9769597AD82280A0</vt:lpwstr>
  </property>
  <property fmtid="{D5CDD505-2E9C-101B-9397-08002B2CF9AE}" pid="3" name="MediaServiceImageTags">
    <vt:lpwstr/>
  </property>
</Properties>
</file>