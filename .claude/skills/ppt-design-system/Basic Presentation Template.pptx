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4" r:id="rId4"/>
  </p:sldMasterIdLst>
  <p:notesMasterIdLst>
    <p:notesMasterId r:id="rId12"/>
  </p:notesMasterIdLst>
  <p:sldIdLst>
    <p:sldId id="352" r:id="rId5"/>
    <p:sldId id="316" r:id="rId6"/>
    <p:sldId id="8527" r:id="rId7"/>
    <p:sldId id="8522" r:id="rId8"/>
    <p:sldId id="304" r:id="rId9"/>
    <p:sldId id="305" r:id="rId10"/>
    <p:sldId id="612" r:id="rId11"/>
  </p:sldIdLst>
  <p:sldSz cx="12192000" cy="6858000"/>
  <p:notesSz cx="6858000" cy="9144000"/>
  <p:defaultText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A8C306A-FC99-94D8-9CE7-41226D25945E}" name="Alexandru Craiu" initials="AC" userId="S::alex.craiu@trustflight.com::bf72ae8b-33ff-49ef-b84e-d4843c5d563a" providerId="AD"/>
  <p188:author id="{8E3BFD9B-DDDC-5055-C478-A64C6EFF7E9B}" name="Thomas Lemaire" initials="TL" userId="S::thomas.lemaire@trustflight.com::d153cba2-394e-45bc-8cdb-94eb36671916" providerId="AD"/>
  <p188:author id="{CC92DEE4-14B8-65B1-117B-53DB6FB9A0FD}" name="Reuben Mann" initials="RM" userId="S::reuben.mann@trustflight.com::fe407263-5cb5-42c8-9f36-e2998db4966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31022"/>
    <a:srgbClr val="479FF8"/>
    <a:srgbClr val="00D5FF"/>
    <a:srgbClr val="083976"/>
    <a:srgbClr val="051B38"/>
    <a:srgbClr val="D90082"/>
    <a:srgbClr val="242D41"/>
    <a:srgbClr val="CFE2F3"/>
    <a:srgbClr val="1E5BB5"/>
    <a:srgbClr val="EFF8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00"/>
    <p:restoredTop sz="96296"/>
  </p:normalViewPr>
  <p:slideViewPr>
    <p:cSldViewPr snapToGrid="0">
      <p:cViewPr>
        <p:scale>
          <a:sx n="151" d="100"/>
          <a:sy n="151" d="100"/>
        </p:scale>
        <p:origin x="496" y="7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microsoft.com/office/2018/10/relationships/authors" Targe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3DFF91-E63B-E948-B3A5-1D1BF1CECDF7}" type="datetimeFigureOut">
              <a:rPr lang="en-US" smtClean="0"/>
              <a:t>5/19/26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B95CE4-0521-0C49-933F-6556F583EA40}" type="slidenum">
              <a:rPr lang="en-US" smtClean="0"/>
              <a:t>‹#›</a:t>
            </a:fld>
            <a:endParaRPr lang="en-US"/>
          </a:p>
        </p:txBody>
      </p:sp>
    </p:spTree>
    <p:extLst>
      <p:ext uri="{BB962C8B-B14F-4D97-AF65-F5344CB8AC3E}">
        <p14:creationId xmlns:p14="http://schemas.microsoft.com/office/powerpoint/2010/main" val="1920937609"/>
      </p:ext>
    </p:extLst>
  </p:cSld>
  <p:clrMap bg1="lt1" tx1="dk1" bg2="lt2" tx2="dk2" accent1="accent1" accent2="accent2" accent3="accent3" accent4="accent4" accent5="accent5" accent6="accent6" hlink="hlink" folHlink="folHlink"/>
  <p:notesStyle>
    <a:lvl1pPr marL="0" algn="l" defTabSz="914355" rtl="0" eaLnBrk="1" latinLnBrk="0" hangingPunct="1">
      <a:defRPr sz="1200" kern="1200">
        <a:solidFill>
          <a:schemeClr val="tx1"/>
        </a:solidFill>
        <a:latin typeface="+mn-lt"/>
        <a:ea typeface="+mn-ea"/>
        <a:cs typeface="+mn-cs"/>
      </a:defRPr>
    </a:lvl1pPr>
    <a:lvl2pPr marL="457177" algn="l" defTabSz="914355" rtl="0" eaLnBrk="1" latinLnBrk="0" hangingPunct="1">
      <a:defRPr sz="1200" kern="1200">
        <a:solidFill>
          <a:schemeClr val="tx1"/>
        </a:solidFill>
        <a:latin typeface="+mn-lt"/>
        <a:ea typeface="+mn-ea"/>
        <a:cs typeface="+mn-cs"/>
      </a:defRPr>
    </a:lvl2pPr>
    <a:lvl3pPr marL="914355" algn="l" defTabSz="914355" rtl="0" eaLnBrk="1" latinLnBrk="0" hangingPunct="1">
      <a:defRPr sz="1200" kern="1200">
        <a:solidFill>
          <a:schemeClr val="tx1"/>
        </a:solidFill>
        <a:latin typeface="+mn-lt"/>
        <a:ea typeface="+mn-ea"/>
        <a:cs typeface="+mn-cs"/>
      </a:defRPr>
    </a:lvl3pPr>
    <a:lvl4pPr marL="1371532" algn="l" defTabSz="914355" rtl="0" eaLnBrk="1" latinLnBrk="0" hangingPunct="1">
      <a:defRPr sz="1200" kern="1200">
        <a:solidFill>
          <a:schemeClr val="tx1"/>
        </a:solidFill>
        <a:latin typeface="+mn-lt"/>
        <a:ea typeface="+mn-ea"/>
        <a:cs typeface="+mn-cs"/>
      </a:defRPr>
    </a:lvl4pPr>
    <a:lvl5pPr marL="1828709" algn="l" defTabSz="914355" rtl="0" eaLnBrk="1" latinLnBrk="0" hangingPunct="1">
      <a:defRPr sz="1200" kern="1200">
        <a:solidFill>
          <a:schemeClr val="tx1"/>
        </a:solidFill>
        <a:latin typeface="+mn-lt"/>
        <a:ea typeface="+mn-ea"/>
        <a:cs typeface="+mn-cs"/>
      </a:defRPr>
    </a:lvl5pPr>
    <a:lvl6pPr marL="2285886" algn="l" defTabSz="914355" rtl="0" eaLnBrk="1" latinLnBrk="0" hangingPunct="1">
      <a:defRPr sz="1200" kern="1200">
        <a:solidFill>
          <a:schemeClr val="tx1"/>
        </a:solidFill>
        <a:latin typeface="+mn-lt"/>
        <a:ea typeface="+mn-ea"/>
        <a:cs typeface="+mn-cs"/>
      </a:defRPr>
    </a:lvl6pPr>
    <a:lvl7pPr marL="2743063" algn="l" defTabSz="914355" rtl="0" eaLnBrk="1" latinLnBrk="0" hangingPunct="1">
      <a:defRPr sz="1200" kern="1200">
        <a:solidFill>
          <a:schemeClr val="tx1"/>
        </a:solidFill>
        <a:latin typeface="+mn-lt"/>
        <a:ea typeface="+mn-ea"/>
        <a:cs typeface="+mn-cs"/>
      </a:defRPr>
    </a:lvl7pPr>
    <a:lvl8pPr marL="3200240" algn="l" defTabSz="914355" rtl="0" eaLnBrk="1" latinLnBrk="0" hangingPunct="1">
      <a:defRPr sz="1200" kern="1200">
        <a:solidFill>
          <a:schemeClr val="tx1"/>
        </a:solidFill>
        <a:latin typeface="+mn-lt"/>
        <a:ea typeface="+mn-ea"/>
        <a:cs typeface="+mn-cs"/>
      </a:defRPr>
    </a:lvl8pPr>
    <a:lvl9pPr marL="3657417" algn="l" defTabSz="91435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1. </a:t>
            </a:r>
            <a:r>
              <a:rPr lang="en-GB" sz="1800" b="1" dirty="0">
                <a:solidFill>
                  <a:srgbClr val="FFFFFF"/>
                </a:solidFill>
                <a:latin typeface="Open Sans SemiBold" pitchFamily="2" charset="0"/>
                <a:ea typeface="Open Sans SemiBold" pitchFamily="2" charset="0"/>
                <a:cs typeface="Open Sans SemiBold" pitchFamily="2" charset="0"/>
              </a:rPr>
              <a:t>Scale &amp; Growth</a:t>
            </a:r>
          </a:p>
          <a:p>
            <a:pPr algn="l"/>
            <a:r>
              <a:rPr lang="en-GB" sz="1200" dirty="0">
                <a:solidFill>
                  <a:srgbClr val="E0E7F5"/>
                </a:solidFill>
                <a:latin typeface="Open Sans Light"/>
              </a:rPr>
              <a:t>Serving 10M+ passengers annually, with continued expansion placing new demands on safety governance across a multi-stakeholder environment.</a:t>
            </a:r>
          </a:p>
          <a:p>
            <a:endParaRPr lang="en-US" dirty="0"/>
          </a:p>
          <a:p>
            <a:pPr algn="l"/>
            <a:r>
              <a:rPr lang="en-US" dirty="0"/>
              <a:t>2. </a:t>
            </a:r>
            <a:r>
              <a:rPr lang="en-GB" sz="1800" b="1" dirty="0">
                <a:solidFill>
                  <a:srgbClr val="FFFFFF"/>
                </a:solidFill>
                <a:latin typeface="Open Sans SemiBold" pitchFamily="2" charset="0"/>
                <a:ea typeface="Open Sans SemiBold" pitchFamily="2" charset="0"/>
                <a:cs typeface="Open Sans SemiBold" pitchFamily="2" charset="0"/>
              </a:rPr>
              <a:t>Regulatory Landscape</a:t>
            </a:r>
          </a:p>
          <a:p>
            <a:pPr algn="l"/>
            <a:r>
              <a:rPr lang="en-GB" sz="1200" dirty="0">
                <a:solidFill>
                  <a:srgbClr val="E0E7F5"/>
                </a:solidFill>
                <a:latin typeface="Open Sans Light"/>
              </a:rPr>
              <a:t>CAA oversight spanning airside, landside, and terminal operations — diverse reporting requirements handled in one place.</a:t>
            </a:r>
          </a:p>
          <a:p>
            <a:endParaRPr lang="en-US" dirty="0"/>
          </a:p>
          <a:p>
            <a:pPr algn="l"/>
            <a:r>
              <a:rPr lang="en-US" dirty="0"/>
              <a:t>3. </a:t>
            </a:r>
            <a:r>
              <a:rPr lang="en-GB" sz="1800" b="1" dirty="0">
                <a:solidFill>
                  <a:srgbClr val="FFFFFF"/>
                </a:solidFill>
                <a:latin typeface="Open Sans SemiBold" pitchFamily="2" charset="0"/>
                <a:ea typeface="Open Sans SemiBold" pitchFamily="2" charset="0"/>
                <a:cs typeface="Open Sans SemiBold" pitchFamily="2" charset="0"/>
              </a:rPr>
              <a:t>Operational Breadth</a:t>
            </a:r>
          </a:p>
          <a:p>
            <a:pPr algn="l"/>
            <a:r>
              <a:rPr lang="en-GB" sz="1200" dirty="0">
                <a:solidFill>
                  <a:srgbClr val="E0E7F5"/>
                </a:solidFill>
                <a:latin typeface="Open Sans Light"/>
              </a:rPr>
              <a:t>Ground handling, construction, retail, and passenger services — a mix that demands configurable workflows and visibility across departments.</a:t>
            </a:r>
          </a:p>
        </p:txBody>
      </p:sp>
      <p:sp>
        <p:nvSpPr>
          <p:cNvPr id="4" name="Slide Number Placeholder 3"/>
          <p:cNvSpPr>
            <a:spLocks noGrp="1"/>
          </p:cNvSpPr>
          <p:nvPr>
            <p:ph type="sldNum" sz="quarter" idx="5"/>
          </p:nvPr>
        </p:nvSpPr>
        <p:spPr/>
        <p:txBody>
          <a:bodyPr/>
          <a:lstStyle/>
          <a:p>
            <a:fld id="{BEB95CE4-0521-0C49-933F-6556F583EA40}" type="slidenum">
              <a:rPr lang="en-US" smtClean="0"/>
              <a:t>3</a:t>
            </a:fld>
            <a:endParaRPr lang="en-US"/>
          </a:p>
        </p:txBody>
      </p:sp>
    </p:spTree>
    <p:extLst>
      <p:ext uri="{BB962C8B-B14F-4D97-AF65-F5344CB8AC3E}">
        <p14:creationId xmlns:p14="http://schemas.microsoft.com/office/powerpoint/2010/main" val="16988525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B95CE4-0521-0C49-933F-6556F583EA40}" type="slidenum">
              <a:rPr lang="en-US" smtClean="0"/>
              <a:t>4</a:t>
            </a:fld>
            <a:endParaRPr lang="en-US"/>
          </a:p>
        </p:txBody>
      </p:sp>
    </p:spTree>
    <p:extLst>
      <p:ext uri="{BB962C8B-B14F-4D97-AF65-F5344CB8AC3E}">
        <p14:creationId xmlns:p14="http://schemas.microsoft.com/office/powerpoint/2010/main" val="169885253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ark - Title">
    <p:bg>
      <p:bgPr>
        <a:gradFill>
          <a:gsLst>
            <a:gs pos="0">
              <a:srgbClr val="010306"/>
            </a:gs>
            <a:gs pos="100000">
              <a:srgbClr val="031022"/>
            </a:gs>
          </a:gsLst>
          <a:lin ang="3000000" scaled="0"/>
        </a:gradFill>
        <a:effectLst/>
      </p:bgPr>
    </p:bg>
    <p:spTree>
      <p:nvGrpSpPr>
        <p:cNvPr id="1" name=""/>
        <p:cNvGrpSpPr/>
        <p:nvPr/>
      </p:nvGrpSpPr>
      <p:grpSpPr>
        <a:xfrm>
          <a:off x="0" y="0"/>
          <a:ext cx="0" cy="0"/>
          <a:chOff x="0" y="0"/>
          <a:chExt cx="0" cy="0"/>
        </a:xfrm>
      </p:grpSpPr>
      <p:pic>
        <p:nvPicPr>
          <p:cNvPr id="4" name="Picture 3" descr="A blue and black dotted surface&#10;&#10;AI-generated content may be incorrect.">
            <a:extLst>
              <a:ext uri="{FF2B5EF4-FFF2-40B4-BE49-F238E27FC236}">
                <a16:creationId xmlns:a16="http://schemas.microsoft.com/office/drawing/2014/main" id="{4DFC67AA-671B-76C7-F859-AFBE58C418E9}"/>
              </a:ext>
            </a:extLst>
          </p:cNvPr>
          <p:cNvPicPr>
            <a:picLocks noChangeAspect="1"/>
          </p:cNvPicPr>
          <p:nvPr userDrawn="1"/>
        </p:nvPicPr>
        <p:blipFill>
          <a:blip r:embed="rId2">
            <a:alphaModFix amt="50000"/>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4942139-C112-631F-FC3D-9A41B326D6E5}"/>
              </a:ext>
            </a:extLst>
          </p:cNvPr>
          <p:cNvSpPr>
            <a:spLocks noGrp="1"/>
          </p:cNvSpPr>
          <p:nvPr>
            <p:ph type="title" hasCustomPrompt="1"/>
          </p:nvPr>
        </p:nvSpPr>
        <p:spPr>
          <a:xfrm>
            <a:off x="1519681" y="4003049"/>
            <a:ext cx="9354088" cy="747897"/>
          </a:xfrm>
        </p:spPr>
        <p:txBody>
          <a:bodyPr/>
          <a:lstStyle>
            <a:lvl1pPr>
              <a:defRPr sz="5400">
                <a:solidFill>
                  <a:srgbClr val="E0E8F7"/>
                </a:solidFill>
              </a:defRPr>
            </a:lvl1pPr>
          </a:lstStyle>
          <a:p>
            <a:r>
              <a:rPr lang="en-GB" dirty="0"/>
              <a:t>Presentation Title</a:t>
            </a:r>
            <a:endParaRPr lang="en-US" dirty="0"/>
          </a:p>
        </p:txBody>
      </p:sp>
      <p:sp>
        <p:nvSpPr>
          <p:cNvPr id="15" name="Text Placeholder 14">
            <a:extLst>
              <a:ext uri="{FF2B5EF4-FFF2-40B4-BE49-F238E27FC236}">
                <a16:creationId xmlns:a16="http://schemas.microsoft.com/office/drawing/2014/main" id="{3796B70E-0D2E-BDE9-17BD-D71B32B6E886}"/>
              </a:ext>
            </a:extLst>
          </p:cNvPr>
          <p:cNvSpPr>
            <a:spLocks noGrp="1"/>
          </p:cNvSpPr>
          <p:nvPr>
            <p:ph type="body" sz="quarter" idx="10" hasCustomPrompt="1"/>
          </p:nvPr>
        </p:nvSpPr>
        <p:spPr>
          <a:xfrm>
            <a:off x="1519681" y="4890961"/>
            <a:ext cx="5215043" cy="332399"/>
          </a:xfrm>
          <a:prstGeom prst="rect">
            <a:avLst/>
          </a:prstGeom>
        </p:spPr>
        <p:txBody>
          <a:bodyPr lIns="0" tIns="0" rIns="0" bIns="0">
            <a:spAutoFit/>
          </a:bodyPr>
          <a:lstStyle>
            <a:lvl1pPr marL="0" indent="0">
              <a:buNone/>
              <a:defRPr sz="2400">
                <a:solidFill>
                  <a:srgbClr val="479FF8"/>
                </a:solidFill>
              </a:defRPr>
            </a:lvl1pPr>
            <a:lvl2pPr marL="457177" indent="0">
              <a:buNone/>
              <a:defRPr>
                <a:solidFill>
                  <a:schemeClr val="bg1"/>
                </a:solidFill>
              </a:defRPr>
            </a:lvl2pPr>
            <a:lvl3pPr marL="914354" indent="0">
              <a:buNone/>
              <a:defRPr>
                <a:solidFill>
                  <a:schemeClr val="bg1"/>
                </a:solidFill>
              </a:defRPr>
            </a:lvl3pPr>
            <a:lvl4pPr marL="1371531" indent="0">
              <a:buNone/>
              <a:defRPr>
                <a:solidFill>
                  <a:schemeClr val="bg1"/>
                </a:solidFill>
              </a:defRPr>
            </a:lvl4pPr>
            <a:lvl5pPr marL="1828708" indent="0">
              <a:buNone/>
              <a:defRPr>
                <a:solidFill>
                  <a:schemeClr val="bg1"/>
                </a:solidFill>
              </a:defRPr>
            </a:lvl5pPr>
          </a:lstStyle>
          <a:p>
            <a:pPr lvl="0"/>
            <a:r>
              <a:rPr lang="en-GB" dirty="0"/>
              <a:t>Subtitle</a:t>
            </a:r>
          </a:p>
        </p:txBody>
      </p:sp>
      <p:sp>
        <p:nvSpPr>
          <p:cNvPr id="17" name="Text Placeholder 14">
            <a:extLst>
              <a:ext uri="{FF2B5EF4-FFF2-40B4-BE49-F238E27FC236}">
                <a16:creationId xmlns:a16="http://schemas.microsoft.com/office/drawing/2014/main" id="{8CE164C6-CEA2-882D-0254-DA262B858E7E}"/>
              </a:ext>
            </a:extLst>
          </p:cNvPr>
          <p:cNvSpPr>
            <a:spLocks noGrp="1"/>
          </p:cNvSpPr>
          <p:nvPr>
            <p:ph type="body" sz="quarter" idx="11" hasCustomPrompt="1"/>
          </p:nvPr>
        </p:nvSpPr>
        <p:spPr>
          <a:xfrm>
            <a:off x="1567518" y="6101496"/>
            <a:ext cx="5215043" cy="193899"/>
          </a:xfrm>
          <a:prstGeom prst="rect">
            <a:avLst/>
          </a:prstGeom>
        </p:spPr>
        <p:txBody>
          <a:bodyPr lIns="0" tIns="0" rIns="0" bIns="0"/>
          <a:lstStyle>
            <a:lvl1pPr marL="0" indent="0">
              <a:buNone/>
              <a:defRPr sz="1400">
                <a:solidFill>
                  <a:srgbClr val="E0E8F7"/>
                </a:solidFill>
              </a:defRPr>
            </a:lvl1pPr>
            <a:lvl2pPr marL="457177" indent="0">
              <a:buNone/>
              <a:defRPr>
                <a:solidFill>
                  <a:schemeClr val="bg1"/>
                </a:solidFill>
              </a:defRPr>
            </a:lvl2pPr>
            <a:lvl3pPr marL="914354" indent="0">
              <a:buNone/>
              <a:defRPr>
                <a:solidFill>
                  <a:schemeClr val="bg1"/>
                </a:solidFill>
              </a:defRPr>
            </a:lvl3pPr>
            <a:lvl4pPr marL="1371531" indent="0">
              <a:buNone/>
              <a:defRPr>
                <a:solidFill>
                  <a:schemeClr val="bg1"/>
                </a:solidFill>
              </a:defRPr>
            </a:lvl4pPr>
            <a:lvl5pPr marL="1828708" indent="0">
              <a:buNone/>
              <a:defRPr>
                <a:solidFill>
                  <a:schemeClr val="bg1"/>
                </a:solidFill>
              </a:defRPr>
            </a:lvl5pPr>
          </a:lstStyle>
          <a:p>
            <a:pPr lvl="0"/>
            <a:fld id="{950A574D-F250-8345-BCFE-50000BC0A5B0}" type="datetime3">
              <a:rPr lang="en-GB" smtClean="0"/>
              <a:t>6 January, 2026</a:t>
            </a:fld>
            <a:endParaRPr lang="en-GB" dirty="0"/>
          </a:p>
        </p:txBody>
      </p:sp>
      <p:pic>
        <p:nvPicPr>
          <p:cNvPr id="6" name="Picture 5">
            <a:extLst>
              <a:ext uri="{FF2B5EF4-FFF2-40B4-BE49-F238E27FC236}">
                <a16:creationId xmlns:a16="http://schemas.microsoft.com/office/drawing/2014/main" id="{90EBB041-6C25-006B-B2E3-00DB27F26BB0}"/>
              </a:ext>
            </a:extLst>
          </p:cNvPr>
          <p:cNvPicPr>
            <a:picLocks noChangeAspect="1"/>
          </p:cNvPicPr>
          <p:nvPr userDrawn="1"/>
        </p:nvPicPr>
        <p:blipFill>
          <a:blip r:embed="rId3"/>
          <a:srcRect/>
          <a:stretch/>
        </p:blipFill>
        <p:spPr>
          <a:xfrm>
            <a:off x="673784" y="3068575"/>
            <a:ext cx="3434827" cy="576311"/>
          </a:xfrm>
          <a:prstGeom prst="rect">
            <a:avLst/>
          </a:prstGeom>
        </p:spPr>
      </p:pic>
      <p:sp>
        <p:nvSpPr>
          <p:cNvPr id="7" name="Rounded Rectangle 6">
            <a:extLst>
              <a:ext uri="{FF2B5EF4-FFF2-40B4-BE49-F238E27FC236}">
                <a16:creationId xmlns:a16="http://schemas.microsoft.com/office/drawing/2014/main" id="{DECE5C3A-7D84-D2F3-8F8F-22255907DB0C}"/>
              </a:ext>
            </a:extLst>
          </p:cNvPr>
          <p:cNvSpPr/>
          <p:nvPr userDrawn="1"/>
        </p:nvSpPr>
        <p:spPr>
          <a:xfrm>
            <a:off x="4593515" y="-1269401"/>
            <a:ext cx="8961120" cy="4914288"/>
          </a:xfrm>
          <a:prstGeom prst="roundRect">
            <a:avLst>
              <a:gd name="adj" fmla="val 23908"/>
            </a:avLst>
          </a:prstGeom>
          <a:noFill/>
          <a:ln w="9525">
            <a:solidFill>
              <a:srgbClr val="0629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94150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Dark - Radial split">
    <p:bg>
      <p:bgPr>
        <a:gradFill>
          <a:gsLst>
            <a:gs pos="0">
              <a:srgbClr val="010306"/>
            </a:gs>
            <a:gs pos="100000">
              <a:srgbClr val="031022"/>
            </a:gs>
          </a:gsLst>
          <a:lin ang="3000000" scaled="0"/>
        </a:gra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9C6A0AAC-54D3-2D1D-011D-ED65EF41023A}"/>
              </a:ext>
            </a:extLst>
          </p:cNvPr>
          <p:cNvGrpSpPr/>
          <p:nvPr userDrawn="1"/>
        </p:nvGrpSpPr>
        <p:grpSpPr>
          <a:xfrm rot="20581426">
            <a:off x="5847453" y="-1193426"/>
            <a:ext cx="9244853" cy="9244853"/>
            <a:chOff x="7566920" y="-1193426"/>
            <a:chExt cx="9244853" cy="9244853"/>
          </a:xfrm>
        </p:grpSpPr>
        <p:pic>
          <p:nvPicPr>
            <p:cNvPr id="18" name="Picture 17" descr="A blue circles on a black background&#10;&#10;AI-generated content may be incorrect.">
              <a:extLst>
                <a:ext uri="{FF2B5EF4-FFF2-40B4-BE49-F238E27FC236}">
                  <a16:creationId xmlns:a16="http://schemas.microsoft.com/office/drawing/2014/main" id="{55999312-CF81-DA5D-D70A-5E5FA9E7EE98}"/>
                </a:ext>
              </a:extLst>
            </p:cNvPr>
            <p:cNvPicPr>
              <a:picLocks noChangeAspect="1"/>
            </p:cNvPicPr>
            <p:nvPr userDrawn="1"/>
          </p:nvPicPr>
          <p:blipFill>
            <a:blip r:embed="rId2"/>
            <a:stretch>
              <a:fillRect/>
            </a:stretch>
          </p:blipFill>
          <p:spPr>
            <a:xfrm>
              <a:off x="7566920" y="-1193426"/>
              <a:ext cx="9244853" cy="9244853"/>
            </a:xfrm>
            <a:prstGeom prst="rect">
              <a:avLst/>
            </a:prstGeom>
          </p:spPr>
        </p:pic>
        <p:pic>
          <p:nvPicPr>
            <p:cNvPr id="19" name="Picture 18" descr="A blue and white airplane&#10;&#10;AI-generated content may be incorrect.">
              <a:extLst>
                <a:ext uri="{FF2B5EF4-FFF2-40B4-BE49-F238E27FC236}">
                  <a16:creationId xmlns:a16="http://schemas.microsoft.com/office/drawing/2014/main" id="{89AD0A1B-CF22-88CD-4ACF-ADA7108D18A6}"/>
                </a:ext>
              </a:extLst>
            </p:cNvPr>
            <p:cNvPicPr>
              <a:picLocks noChangeAspect="1"/>
            </p:cNvPicPr>
            <p:nvPr userDrawn="1"/>
          </p:nvPicPr>
          <p:blipFill>
            <a:blip r:embed="rId3"/>
            <a:stretch>
              <a:fillRect/>
            </a:stretch>
          </p:blipFill>
          <p:spPr>
            <a:xfrm rot="19769839">
              <a:off x="9528378" y="4474031"/>
              <a:ext cx="629917" cy="668816"/>
            </a:xfrm>
            <a:prstGeom prst="rect">
              <a:avLst/>
            </a:prstGeom>
          </p:spPr>
        </p:pic>
        <p:pic>
          <p:nvPicPr>
            <p:cNvPr id="20" name="Picture 19" descr="A blue airplane on a black background&#10;&#10;AI-generated content may be incorrect.">
              <a:extLst>
                <a:ext uri="{FF2B5EF4-FFF2-40B4-BE49-F238E27FC236}">
                  <a16:creationId xmlns:a16="http://schemas.microsoft.com/office/drawing/2014/main" id="{0638D31B-D502-5223-DA14-51B0AAB45C60}"/>
                </a:ext>
              </a:extLst>
            </p:cNvPr>
            <p:cNvPicPr>
              <a:picLocks noChangeAspect="1"/>
            </p:cNvPicPr>
            <p:nvPr userDrawn="1"/>
          </p:nvPicPr>
          <p:blipFill>
            <a:blip r:embed="rId4"/>
            <a:stretch>
              <a:fillRect/>
            </a:stretch>
          </p:blipFill>
          <p:spPr>
            <a:xfrm rot="2464015">
              <a:off x="10336371" y="1652053"/>
              <a:ext cx="742684" cy="911965"/>
            </a:xfrm>
            <a:prstGeom prst="rect">
              <a:avLst/>
            </a:prstGeom>
          </p:spPr>
        </p:pic>
        <p:pic>
          <p:nvPicPr>
            <p:cNvPr id="21" name="Picture 20" descr="A helicopter with a propeller&#10;&#10;AI-generated content may be incorrect.">
              <a:extLst>
                <a:ext uri="{FF2B5EF4-FFF2-40B4-BE49-F238E27FC236}">
                  <a16:creationId xmlns:a16="http://schemas.microsoft.com/office/drawing/2014/main" id="{49DA7B25-CC6E-56AA-9AE1-7246899FEC3C}"/>
                </a:ext>
              </a:extLst>
            </p:cNvPr>
            <p:cNvPicPr>
              <a:picLocks noChangeAspect="1"/>
            </p:cNvPicPr>
            <p:nvPr userDrawn="1"/>
          </p:nvPicPr>
          <p:blipFill>
            <a:blip r:embed="rId5"/>
            <a:stretch>
              <a:fillRect/>
            </a:stretch>
          </p:blipFill>
          <p:spPr>
            <a:xfrm rot="18616815">
              <a:off x="9868220" y="5937608"/>
              <a:ext cx="516951" cy="625055"/>
            </a:xfrm>
            <a:prstGeom prst="rect">
              <a:avLst/>
            </a:prstGeom>
          </p:spPr>
        </p:pic>
      </p:grpSp>
      <p:sp>
        <p:nvSpPr>
          <p:cNvPr id="6" name="Rectangle 5">
            <a:extLst>
              <a:ext uri="{FF2B5EF4-FFF2-40B4-BE49-F238E27FC236}">
                <a16:creationId xmlns:a16="http://schemas.microsoft.com/office/drawing/2014/main" id="{E031189B-2588-A744-4A5B-4BF83CCF2CBC}"/>
              </a:ext>
            </a:extLst>
          </p:cNvPr>
          <p:cNvSpPr/>
          <p:nvPr userDrawn="1"/>
        </p:nvSpPr>
        <p:spPr>
          <a:xfrm>
            <a:off x="-1" y="4843849"/>
            <a:ext cx="12191999" cy="2014151"/>
          </a:xfrm>
          <a:prstGeom prst="rect">
            <a:avLst/>
          </a:prstGeom>
          <a:solidFill>
            <a:srgbClr val="EF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529C9826-0CE3-7C4B-D683-A1C19C6957AA}"/>
              </a:ext>
            </a:extLst>
          </p:cNvPr>
          <p:cNvSpPr/>
          <p:nvPr userDrawn="1"/>
        </p:nvSpPr>
        <p:spPr>
          <a:xfrm rot="5400000">
            <a:off x="-637538" y="701880"/>
            <a:ext cx="1415978" cy="699612"/>
          </a:xfrm>
          <a:prstGeom prst="roundRect">
            <a:avLst>
              <a:gd name="adj" fmla="val 39925"/>
            </a:avLst>
          </a:prstGeom>
          <a:noFill/>
          <a:ln w="9525">
            <a:solidFill>
              <a:srgbClr val="0629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4942139-C112-631F-FC3D-9A41B326D6E5}"/>
              </a:ext>
            </a:extLst>
          </p:cNvPr>
          <p:cNvSpPr>
            <a:spLocks noGrp="1"/>
          </p:cNvSpPr>
          <p:nvPr>
            <p:ph type="title"/>
          </p:nvPr>
        </p:nvSpPr>
        <p:spPr>
          <a:xfrm>
            <a:off x="540000" y="773887"/>
            <a:ext cx="9462670" cy="553998"/>
          </a:xfrm>
        </p:spPr>
        <p:txBody>
          <a:bodyPr anchor="t" anchorCtr="0">
            <a:spAutoFit/>
          </a:bodyPr>
          <a:lstStyle>
            <a:lvl1pPr>
              <a:defRPr>
                <a:solidFill>
                  <a:srgbClr val="E0E8F7"/>
                </a:solidFill>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0C3D6288-9E17-B744-8198-AA89061BFD70}"/>
              </a:ext>
            </a:extLst>
          </p:cNvPr>
          <p:cNvSpPr>
            <a:spLocks noGrp="1"/>
          </p:cNvSpPr>
          <p:nvPr>
            <p:ph idx="1"/>
          </p:nvPr>
        </p:nvSpPr>
        <p:spPr>
          <a:xfrm>
            <a:off x="540000" y="1652627"/>
            <a:ext cx="9462670" cy="1189556"/>
          </a:xfrm>
          <a:prstGeom prst="rect">
            <a:avLst/>
          </a:prstGeom>
        </p:spPr>
        <p:txBody>
          <a:bodyPr lIns="0" tIns="0" rIns="0" bIns="0">
            <a:spAutoFit/>
          </a:bodyPr>
          <a:lstStyle>
            <a:lvl1pPr>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400">
                <a:solidFill>
                  <a:srgbClr val="E0E8F7"/>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pic>
        <p:nvPicPr>
          <p:cNvPr id="10" name="Picture 9">
            <a:extLst>
              <a:ext uri="{FF2B5EF4-FFF2-40B4-BE49-F238E27FC236}">
                <a16:creationId xmlns:a16="http://schemas.microsoft.com/office/drawing/2014/main" id="{613B5020-2488-D66C-615B-BFB237170F7F}"/>
              </a:ext>
            </a:extLst>
          </p:cNvPr>
          <p:cNvPicPr>
            <a:picLocks noChangeAspect="1"/>
          </p:cNvPicPr>
          <p:nvPr userDrawn="1"/>
        </p:nvPicPr>
        <p:blipFill>
          <a:blip r:embed="rId6"/>
          <a:srcRect/>
          <a:stretch/>
        </p:blipFill>
        <p:spPr>
          <a:xfrm>
            <a:off x="10469880" y="552098"/>
            <a:ext cx="1167938" cy="195962"/>
          </a:xfrm>
          <a:prstGeom prst="rect">
            <a:avLst/>
          </a:prstGeom>
        </p:spPr>
      </p:pic>
      <p:sp>
        <p:nvSpPr>
          <p:cNvPr id="11" name="Rounded Rectangle 10">
            <a:extLst>
              <a:ext uri="{FF2B5EF4-FFF2-40B4-BE49-F238E27FC236}">
                <a16:creationId xmlns:a16="http://schemas.microsoft.com/office/drawing/2014/main" id="{1E71881E-0117-4368-8C45-D6C63E60CEFE}"/>
              </a:ext>
            </a:extLst>
          </p:cNvPr>
          <p:cNvSpPr/>
          <p:nvPr userDrawn="1"/>
        </p:nvSpPr>
        <p:spPr>
          <a:xfrm>
            <a:off x="11159985" y="6174604"/>
            <a:ext cx="1298715" cy="931488"/>
          </a:xfrm>
          <a:prstGeom prst="roundRect">
            <a:avLst>
              <a:gd name="adj" fmla="val 34426"/>
            </a:avLst>
          </a:prstGeom>
          <a:noFill/>
          <a:ln w="9525">
            <a:solidFill>
              <a:srgbClr val="CFE2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lide Number Placeholder 5">
            <a:extLst>
              <a:ext uri="{FF2B5EF4-FFF2-40B4-BE49-F238E27FC236}">
                <a16:creationId xmlns:a16="http://schemas.microsoft.com/office/drawing/2014/main" id="{E87129FB-B01E-6A59-497C-526AF627060F}"/>
              </a:ext>
            </a:extLst>
          </p:cNvPr>
          <p:cNvSpPr>
            <a:spLocks noGrp="1"/>
          </p:cNvSpPr>
          <p:nvPr>
            <p:ph type="sldNum" sz="quarter" idx="4"/>
          </p:nvPr>
        </p:nvSpPr>
        <p:spPr>
          <a:xfrm>
            <a:off x="11088476" y="6461968"/>
            <a:ext cx="549341" cy="153888"/>
          </a:xfrm>
          <a:prstGeom prst="rect">
            <a:avLst/>
          </a:prstGeom>
        </p:spPr>
        <p:txBody>
          <a:bodyPr vert="horz" wrap="square" lIns="0" tIns="0" rIns="0" bIns="0" rtlCol="0" anchor="ctr">
            <a:spAutoFit/>
          </a:bodyPr>
          <a:lstStyle>
            <a:lvl1pPr algn="r">
              <a:defRPr sz="1000" b="0" i="0">
                <a:solidFill>
                  <a:srgbClr val="242D4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fld id="{1B377F6A-2966-294D-95D7-FBB58FDBE7CB}" type="slidenum">
              <a:rPr lang="en-US" smtClean="0"/>
              <a:pPr/>
              <a:t>‹#›</a:t>
            </a:fld>
            <a:endParaRPr lang="en-US"/>
          </a:p>
        </p:txBody>
      </p:sp>
      <p:sp>
        <p:nvSpPr>
          <p:cNvPr id="7" name="Footer Placeholder 4">
            <a:extLst>
              <a:ext uri="{FF2B5EF4-FFF2-40B4-BE49-F238E27FC236}">
                <a16:creationId xmlns:a16="http://schemas.microsoft.com/office/drawing/2014/main" id="{63CF3DC3-DDA2-6D1C-4DFB-7134C9E032BE}"/>
              </a:ext>
            </a:extLst>
          </p:cNvPr>
          <p:cNvSpPr>
            <a:spLocks noGrp="1"/>
          </p:cNvSpPr>
          <p:nvPr>
            <p:ph type="ftr" sz="quarter" idx="3"/>
          </p:nvPr>
        </p:nvSpPr>
        <p:spPr>
          <a:xfrm>
            <a:off x="540000" y="6461968"/>
            <a:ext cx="3078186" cy="153888"/>
          </a:xfrm>
          <a:prstGeom prst="rect">
            <a:avLst/>
          </a:prstGeom>
        </p:spPr>
        <p:txBody>
          <a:bodyPr vert="horz" wrap="square" lIns="0" tIns="0" rIns="0" bIns="0" rtlCol="0" anchor="ctr">
            <a:spAutoFit/>
          </a:bodyPr>
          <a:lstStyle>
            <a:lvl1pPr algn="l">
              <a:defRPr sz="1000" b="0" i="0">
                <a:solidFill>
                  <a:srgbClr val="242D4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dirty="0"/>
              <a:t>©</a:t>
            </a:r>
            <a:fld id="{3FEB6F09-2C38-294C-994A-AB349969DE87}" type="datetimeyyyy">
              <a:rPr lang="en-GB" smtClean="0"/>
              <a:pPr/>
              <a:t>2026</a:t>
            </a:fld>
            <a:r>
              <a:rPr lang="en-US" dirty="0"/>
              <a:t> </a:t>
            </a:r>
            <a:r>
              <a:rPr lang="en-US" dirty="0" err="1"/>
              <a:t>TrustFlight</a:t>
            </a:r>
            <a:r>
              <a:rPr lang="en-US" dirty="0"/>
              <a:t> Ltd. All rights reserved. </a:t>
            </a:r>
          </a:p>
        </p:txBody>
      </p:sp>
      <p:sp>
        <p:nvSpPr>
          <p:cNvPr id="9" name="Rounded Rectangle 8">
            <a:extLst>
              <a:ext uri="{FF2B5EF4-FFF2-40B4-BE49-F238E27FC236}">
                <a16:creationId xmlns:a16="http://schemas.microsoft.com/office/drawing/2014/main" id="{119B7852-B8C1-AE58-523F-878D39D12485}"/>
              </a:ext>
            </a:extLst>
          </p:cNvPr>
          <p:cNvSpPr/>
          <p:nvPr userDrawn="1"/>
        </p:nvSpPr>
        <p:spPr>
          <a:xfrm>
            <a:off x="-376058" y="6252425"/>
            <a:ext cx="4114800" cy="931488"/>
          </a:xfrm>
          <a:prstGeom prst="roundRect">
            <a:avLst>
              <a:gd name="adj" fmla="val 34426"/>
            </a:avLst>
          </a:prstGeom>
          <a:noFill/>
          <a:ln w="9525">
            <a:solidFill>
              <a:srgbClr val="CFE2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ABBEE02-75EF-F4D4-AA76-B1810DDBFDB1}"/>
              </a:ext>
            </a:extLst>
          </p:cNvPr>
          <p:cNvSpPr>
            <a:spLocks noGrp="1" noRot="1" noMove="1" noResize="1" noEditPoints="1" noAdjustHandles="1" noChangeArrowheads="1" noChangeShapeType="1"/>
          </p:cNvSpPr>
          <p:nvPr userDrawn="1"/>
        </p:nvSpPr>
        <p:spPr>
          <a:xfrm>
            <a:off x="0" y="6792686"/>
            <a:ext cx="12192000" cy="65314"/>
          </a:xfrm>
          <a:prstGeom prst="rect">
            <a:avLst/>
          </a:prstGeom>
          <a:gradFill flip="none" rotWithShape="1">
            <a:gsLst>
              <a:gs pos="100000">
                <a:srgbClr val="00D5FF"/>
              </a:gs>
              <a:gs pos="0">
                <a:srgbClr val="083976"/>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474AF19C-471A-A197-80E0-0107F8AE3900}"/>
              </a:ext>
            </a:extLst>
          </p:cNvPr>
          <p:cNvSpPr/>
          <p:nvPr userDrawn="1"/>
        </p:nvSpPr>
        <p:spPr>
          <a:xfrm>
            <a:off x="10122413" y="-286510"/>
            <a:ext cx="2393437" cy="1338196"/>
          </a:xfrm>
          <a:prstGeom prst="roundRect">
            <a:avLst>
              <a:gd name="adj" fmla="val 23908"/>
            </a:avLst>
          </a:prstGeom>
          <a:noFill/>
          <a:ln w="9525">
            <a:solidFill>
              <a:srgbClr val="0629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855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Dark - Radial Split 2">
    <p:bg>
      <p:bgPr>
        <a:gradFill>
          <a:gsLst>
            <a:gs pos="0">
              <a:srgbClr val="010306"/>
            </a:gs>
            <a:gs pos="100000">
              <a:srgbClr val="031022"/>
            </a:gs>
          </a:gsLst>
          <a:lin ang="3000000" scaled="0"/>
        </a:gradFill>
        <a:effectLst/>
      </p:bgPr>
    </p:bg>
    <p:spTree>
      <p:nvGrpSpPr>
        <p:cNvPr id="1" name=""/>
        <p:cNvGrpSpPr/>
        <p:nvPr/>
      </p:nvGrpSpPr>
      <p:grpSpPr>
        <a:xfrm>
          <a:off x="0" y="0"/>
          <a:ext cx="0" cy="0"/>
          <a:chOff x="0" y="0"/>
          <a:chExt cx="0" cy="0"/>
        </a:xfrm>
      </p:grpSpPr>
      <p:pic>
        <p:nvPicPr>
          <p:cNvPr id="4" name="Picture 3" descr="A blue circles on a black background&#10;&#10;AI-generated content may be incorrect.">
            <a:extLst>
              <a:ext uri="{FF2B5EF4-FFF2-40B4-BE49-F238E27FC236}">
                <a16:creationId xmlns:a16="http://schemas.microsoft.com/office/drawing/2014/main" id="{69D14879-3FD1-B399-D134-A8B34CDC9BE4}"/>
              </a:ext>
            </a:extLst>
          </p:cNvPr>
          <p:cNvPicPr>
            <a:picLocks noChangeAspect="1"/>
          </p:cNvPicPr>
          <p:nvPr userDrawn="1"/>
        </p:nvPicPr>
        <p:blipFill>
          <a:blip r:embed="rId2">
            <a:alphaModFix amt="50000"/>
          </a:blip>
          <a:stretch>
            <a:fillRect/>
          </a:stretch>
        </p:blipFill>
        <p:spPr>
          <a:xfrm rot="6452641">
            <a:off x="1473573" y="-1106715"/>
            <a:ext cx="9244853" cy="9244853"/>
          </a:xfrm>
          <a:prstGeom prst="rect">
            <a:avLst/>
          </a:prstGeom>
        </p:spPr>
      </p:pic>
      <p:sp>
        <p:nvSpPr>
          <p:cNvPr id="6" name="Rectangle 5">
            <a:extLst>
              <a:ext uri="{FF2B5EF4-FFF2-40B4-BE49-F238E27FC236}">
                <a16:creationId xmlns:a16="http://schemas.microsoft.com/office/drawing/2014/main" id="{E031189B-2588-A744-4A5B-4BF83CCF2CBC}"/>
              </a:ext>
            </a:extLst>
          </p:cNvPr>
          <p:cNvSpPr/>
          <p:nvPr userDrawn="1"/>
        </p:nvSpPr>
        <p:spPr>
          <a:xfrm>
            <a:off x="-1" y="4843849"/>
            <a:ext cx="12191999" cy="2014151"/>
          </a:xfrm>
          <a:prstGeom prst="rect">
            <a:avLst/>
          </a:prstGeom>
          <a:solidFill>
            <a:srgbClr val="EF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529C9826-0CE3-7C4B-D683-A1C19C6957AA}"/>
              </a:ext>
            </a:extLst>
          </p:cNvPr>
          <p:cNvSpPr/>
          <p:nvPr userDrawn="1"/>
        </p:nvSpPr>
        <p:spPr>
          <a:xfrm rot="5400000">
            <a:off x="-637538" y="701880"/>
            <a:ext cx="1415978" cy="699612"/>
          </a:xfrm>
          <a:prstGeom prst="roundRect">
            <a:avLst>
              <a:gd name="adj" fmla="val 39925"/>
            </a:avLst>
          </a:prstGeom>
          <a:noFill/>
          <a:ln w="9525">
            <a:solidFill>
              <a:srgbClr val="0629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4942139-C112-631F-FC3D-9A41B326D6E5}"/>
              </a:ext>
            </a:extLst>
          </p:cNvPr>
          <p:cNvSpPr>
            <a:spLocks noGrp="1"/>
          </p:cNvSpPr>
          <p:nvPr>
            <p:ph type="title"/>
          </p:nvPr>
        </p:nvSpPr>
        <p:spPr>
          <a:xfrm>
            <a:off x="540000" y="773887"/>
            <a:ext cx="9462670" cy="553998"/>
          </a:xfrm>
        </p:spPr>
        <p:txBody>
          <a:bodyPr anchor="t" anchorCtr="0">
            <a:spAutoFit/>
          </a:bodyPr>
          <a:lstStyle>
            <a:lvl1pPr>
              <a:defRPr>
                <a:solidFill>
                  <a:srgbClr val="E0E8F7"/>
                </a:solidFill>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0C3D6288-9E17-B744-8198-AA89061BFD70}"/>
              </a:ext>
            </a:extLst>
          </p:cNvPr>
          <p:cNvSpPr>
            <a:spLocks noGrp="1"/>
          </p:cNvSpPr>
          <p:nvPr>
            <p:ph idx="1"/>
          </p:nvPr>
        </p:nvSpPr>
        <p:spPr>
          <a:xfrm>
            <a:off x="540000" y="1652627"/>
            <a:ext cx="9462670" cy="1189556"/>
          </a:xfrm>
          <a:prstGeom prst="rect">
            <a:avLst/>
          </a:prstGeom>
        </p:spPr>
        <p:txBody>
          <a:bodyPr lIns="0" tIns="0" rIns="0" bIns="0">
            <a:spAutoFit/>
          </a:bodyPr>
          <a:lstStyle>
            <a:lvl1pPr>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400">
                <a:solidFill>
                  <a:srgbClr val="E0E8F7"/>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pic>
        <p:nvPicPr>
          <p:cNvPr id="10" name="Picture 9">
            <a:extLst>
              <a:ext uri="{FF2B5EF4-FFF2-40B4-BE49-F238E27FC236}">
                <a16:creationId xmlns:a16="http://schemas.microsoft.com/office/drawing/2014/main" id="{613B5020-2488-D66C-615B-BFB237170F7F}"/>
              </a:ext>
            </a:extLst>
          </p:cNvPr>
          <p:cNvPicPr>
            <a:picLocks noChangeAspect="1"/>
          </p:cNvPicPr>
          <p:nvPr userDrawn="1"/>
        </p:nvPicPr>
        <p:blipFill>
          <a:blip r:embed="rId3"/>
          <a:srcRect/>
          <a:stretch/>
        </p:blipFill>
        <p:spPr>
          <a:xfrm>
            <a:off x="10469880" y="552098"/>
            <a:ext cx="1167938" cy="195962"/>
          </a:xfrm>
          <a:prstGeom prst="rect">
            <a:avLst/>
          </a:prstGeom>
        </p:spPr>
      </p:pic>
      <p:sp>
        <p:nvSpPr>
          <p:cNvPr id="11" name="Rounded Rectangle 10">
            <a:extLst>
              <a:ext uri="{FF2B5EF4-FFF2-40B4-BE49-F238E27FC236}">
                <a16:creationId xmlns:a16="http://schemas.microsoft.com/office/drawing/2014/main" id="{1E71881E-0117-4368-8C45-D6C63E60CEFE}"/>
              </a:ext>
            </a:extLst>
          </p:cNvPr>
          <p:cNvSpPr/>
          <p:nvPr userDrawn="1"/>
        </p:nvSpPr>
        <p:spPr>
          <a:xfrm>
            <a:off x="11159985" y="6174604"/>
            <a:ext cx="1298715" cy="931488"/>
          </a:xfrm>
          <a:prstGeom prst="roundRect">
            <a:avLst>
              <a:gd name="adj" fmla="val 34426"/>
            </a:avLst>
          </a:prstGeom>
          <a:noFill/>
          <a:ln w="9525">
            <a:solidFill>
              <a:srgbClr val="CFE2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lide Number Placeholder 5">
            <a:extLst>
              <a:ext uri="{FF2B5EF4-FFF2-40B4-BE49-F238E27FC236}">
                <a16:creationId xmlns:a16="http://schemas.microsoft.com/office/drawing/2014/main" id="{E87129FB-B01E-6A59-497C-526AF627060F}"/>
              </a:ext>
            </a:extLst>
          </p:cNvPr>
          <p:cNvSpPr>
            <a:spLocks noGrp="1"/>
          </p:cNvSpPr>
          <p:nvPr>
            <p:ph type="sldNum" sz="quarter" idx="4"/>
          </p:nvPr>
        </p:nvSpPr>
        <p:spPr>
          <a:xfrm>
            <a:off x="11088476" y="6461968"/>
            <a:ext cx="549341" cy="153888"/>
          </a:xfrm>
          <a:prstGeom prst="rect">
            <a:avLst/>
          </a:prstGeom>
        </p:spPr>
        <p:txBody>
          <a:bodyPr vert="horz" wrap="square" lIns="0" tIns="0" rIns="0" bIns="0" rtlCol="0" anchor="ctr">
            <a:spAutoFit/>
          </a:bodyPr>
          <a:lstStyle>
            <a:lvl1pPr algn="r">
              <a:defRPr sz="1000" b="0" i="0">
                <a:solidFill>
                  <a:srgbClr val="242D4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fld id="{1B377F6A-2966-294D-95D7-FBB58FDBE7CB}" type="slidenum">
              <a:rPr lang="en-US" smtClean="0"/>
              <a:pPr/>
              <a:t>‹#›</a:t>
            </a:fld>
            <a:endParaRPr lang="en-US" dirty="0"/>
          </a:p>
        </p:txBody>
      </p:sp>
      <p:sp>
        <p:nvSpPr>
          <p:cNvPr id="7" name="Rounded Rectangle 6">
            <a:extLst>
              <a:ext uri="{FF2B5EF4-FFF2-40B4-BE49-F238E27FC236}">
                <a16:creationId xmlns:a16="http://schemas.microsoft.com/office/drawing/2014/main" id="{7BE9F6B8-96F5-EE51-43C0-29D3B5BA3FF4}"/>
              </a:ext>
            </a:extLst>
          </p:cNvPr>
          <p:cNvSpPr/>
          <p:nvPr userDrawn="1"/>
        </p:nvSpPr>
        <p:spPr>
          <a:xfrm>
            <a:off x="-376058" y="6252425"/>
            <a:ext cx="4114800" cy="931488"/>
          </a:xfrm>
          <a:prstGeom prst="roundRect">
            <a:avLst>
              <a:gd name="adj" fmla="val 34426"/>
            </a:avLst>
          </a:prstGeom>
          <a:noFill/>
          <a:ln w="9525">
            <a:solidFill>
              <a:srgbClr val="CFE2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oter Placeholder 4">
            <a:extLst>
              <a:ext uri="{FF2B5EF4-FFF2-40B4-BE49-F238E27FC236}">
                <a16:creationId xmlns:a16="http://schemas.microsoft.com/office/drawing/2014/main" id="{3C9296EB-2AB4-4111-0075-4D54AC9386F0}"/>
              </a:ext>
            </a:extLst>
          </p:cNvPr>
          <p:cNvSpPr>
            <a:spLocks noGrp="1"/>
          </p:cNvSpPr>
          <p:nvPr>
            <p:ph type="ftr" sz="quarter" idx="3"/>
          </p:nvPr>
        </p:nvSpPr>
        <p:spPr>
          <a:xfrm>
            <a:off x="540000" y="6461968"/>
            <a:ext cx="3078186" cy="153888"/>
          </a:xfrm>
          <a:prstGeom prst="rect">
            <a:avLst/>
          </a:prstGeom>
        </p:spPr>
        <p:txBody>
          <a:bodyPr vert="horz" wrap="square" lIns="0" tIns="0" rIns="0" bIns="0" rtlCol="0" anchor="ctr">
            <a:spAutoFit/>
          </a:bodyPr>
          <a:lstStyle>
            <a:lvl1pPr algn="l">
              <a:defRPr sz="1000" b="0" i="0">
                <a:solidFill>
                  <a:srgbClr val="242D4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dirty="0"/>
              <a:t>©</a:t>
            </a:r>
            <a:fld id="{3FEB6F09-2C38-294C-994A-AB349969DE87}" type="datetimeyyyy">
              <a:rPr lang="en-GB" smtClean="0"/>
              <a:pPr/>
              <a:t>2026</a:t>
            </a:fld>
            <a:r>
              <a:rPr lang="en-US" dirty="0"/>
              <a:t> </a:t>
            </a:r>
            <a:r>
              <a:rPr lang="en-US" dirty="0" err="1"/>
              <a:t>TrustFlight</a:t>
            </a:r>
            <a:r>
              <a:rPr lang="en-US" dirty="0"/>
              <a:t> Ltd. All rights reserved. </a:t>
            </a:r>
          </a:p>
        </p:txBody>
      </p:sp>
      <p:sp>
        <p:nvSpPr>
          <p:cNvPr id="18" name="Rectangle 17">
            <a:extLst>
              <a:ext uri="{FF2B5EF4-FFF2-40B4-BE49-F238E27FC236}">
                <a16:creationId xmlns:a16="http://schemas.microsoft.com/office/drawing/2014/main" id="{68FA4049-60F5-491C-CC0F-1DAE70CCBAD7}"/>
              </a:ext>
            </a:extLst>
          </p:cNvPr>
          <p:cNvSpPr/>
          <p:nvPr userDrawn="1"/>
        </p:nvSpPr>
        <p:spPr>
          <a:xfrm>
            <a:off x="0" y="6792686"/>
            <a:ext cx="12192000" cy="65314"/>
          </a:xfrm>
          <a:prstGeom prst="rect">
            <a:avLst/>
          </a:prstGeom>
          <a:gradFill flip="none" rotWithShape="1">
            <a:gsLst>
              <a:gs pos="100000">
                <a:srgbClr val="00D5FF"/>
              </a:gs>
              <a:gs pos="0">
                <a:srgbClr val="083976"/>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8B8ADE13-7425-C423-36A8-9810E5C283F6}"/>
              </a:ext>
            </a:extLst>
          </p:cNvPr>
          <p:cNvSpPr/>
          <p:nvPr userDrawn="1"/>
        </p:nvSpPr>
        <p:spPr>
          <a:xfrm>
            <a:off x="10122413" y="-286510"/>
            <a:ext cx="2393437" cy="1338196"/>
          </a:xfrm>
          <a:prstGeom prst="roundRect">
            <a:avLst>
              <a:gd name="adj" fmla="val 23908"/>
            </a:avLst>
          </a:prstGeom>
          <a:noFill/>
          <a:ln w="9525">
            <a:solidFill>
              <a:srgbClr val="0629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82241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Dark - Radial Centre">
    <p:bg>
      <p:bgPr>
        <a:gradFill>
          <a:gsLst>
            <a:gs pos="0">
              <a:srgbClr val="010306"/>
            </a:gs>
            <a:gs pos="100000">
              <a:srgbClr val="031022"/>
            </a:gs>
          </a:gsLst>
          <a:lin ang="3000000" scaled="0"/>
        </a:gradFill>
        <a:effectLst/>
      </p:bgPr>
    </p:bg>
    <p:spTree>
      <p:nvGrpSpPr>
        <p:cNvPr id="1" name=""/>
        <p:cNvGrpSpPr/>
        <p:nvPr/>
      </p:nvGrpSpPr>
      <p:grpSpPr>
        <a:xfrm>
          <a:off x="0" y="0"/>
          <a:ext cx="0" cy="0"/>
          <a:chOff x="0" y="0"/>
          <a:chExt cx="0" cy="0"/>
        </a:xfrm>
      </p:grpSpPr>
      <p:pic>
        <p:nvPicPr>
          <p:cNvPr id="18" name="Picture 17" descr="A blue circles on a black background&#10;&#10;AI-generated content may be incorrect.">
            <a:extLst>
              <a:ext uri="{FF2B5EF4-FFF2-40B4-BE49-F238E27FC236}">
                <a16:creationId xmlns:a16="http://schemas.microsoft.com/office/drawing/2014/main" id="{55999312-CF81-DA5D-D70A-5E5FA9E7EE98}"/>
              </a:ext>
            </a:extLst>
          </p:cNvPr>
          <p:cNvPicPr>
            <a:picLocks noChangeAspect="1"/>
          </p:cNvPicPr>
          <p:nvPr userDrawn="1"/>
        </p:nvPicPr>
        <p:blipFill>
          <a:blip r:embed="rId2">
            <a:alphaModFix amt="50000"/>
          </a:blip>
          <a:stretch>
            <a:fillRect/>
          </a:stretch>
        </p:blipFill>
        <p:spPr>
          <a:xfrm rot="6452641">
            <a:off x="1473571" y="-1193426"/>
            <a:ext cx="9244853" cy="9244853"/>
          </a:xfrm>
          <a:prstGeom prst="rect">
            <a:avLst/>
          </a:prstGeom>
        </p:spPr>
      </p:pic>
      <p:sp>
        <p:nvSpPr>
          <p:cNvPr id="15" name="Rounded Rectangle 14">
            <a:extLst>
              <a:ext uri="{FF2B5EF4-FFF2-40B4-BE49-F238E27FC236}">
                <a16:creationId xmlns:a16="http://schemas.microsoft.com/office/drawing/2014/main" id="{E56EA198-A2E3-F7E9-18A0-F2CD84A0C83F}"/>
              </a:ext>
            </a:extLst>
          </p:cNvPr>
          <p:cNvSpPr/>
          <p:nvPr userDrawn="1"/>
        </p:nvSpPr>
        <p:spPr>
          <a:xfrm>
            <a:off x="11159985" y="6174604"/>
            <a:ext cx="1298715" cy="931488"/>
          </a:xfrm>
          <a:prstGeom prst="roundRect">
            <a:avLst>
              <a:gd name="adj" fmla="val 34426"/>
            </a:avLst>
          </a:prstGeom>
          <a:noFill/>
          <a:ln w="9525">
            <a:solidFill>
              <a:srgbClr val="0629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529C9826-0CE3-7C4B-D683-A1C19C6957AA}"/>
              </a:ext>
            </a:extLst>
          </p:cNvPr>
          <p:cNvSpPr/>
          <p:nvPr userDrawn="1"/>
        </p:nvSpPr>
        <p:spPr>
          <a:xfrm rot="5400000">
            <a:off x="-637538" y="701880"/>
            <a:ext cx="1415978" cy="699612"/>
          </a:xfrm>
          <a:prstGeom prst="roundRect">
            <a:avLst>
              <a:gd name="adj" fmla="val 39925"/>
            </a:avLst>
          </a:prstGeom>
          <a:noFill/>
          <a:ln w="9525">
            <a:solidFill>
              <a:srgbClr val="0629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4942139-C112-631F-FC3D-9A41B326D6E5}"/>
              </a:ext>
            </a:extLst>
          </p:cNvPr>
          <p:cNvSpPr>
            <a:spLocks noGrp="1"/>
          </p:cNvSpPr>
          <p:nvPr>
            <p:ph type="title"/>
          </p:nvPr>
        </p:nvSpPr>
        <p:spPr>
          <a:xfrm>
            <a:off x="540000" y="773887"/>
            <a:ext cx="9462670" cy="553998"/>
          </a:xfrm>
        </p:spPr>
        <p:txBody>
          <a:bodyPr anchor="t" anchorCtr="0">
            <a:spAutoFit/>
          </a:bodyPr>
          <a:lstStyle>
            <a:lvl1pPr>
              <a:defRPr>
                <a:solidFill>
                  <a:srgbClr val="E0E8F7"/>
                </a:solidFill>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0C3D6288-9E17-B744-8198-AA89061BFD70}"/>
              </a:ext>
            </a:extLst>
          </p:cNvPr>
          <p:cNvSpPr>
            <a:spLocks noGrp="1"/>
          </p:cNvSpPr>
          <p:nvPr>
            <p:ph idx="1"/>
          </p:nvPr>
        </p:nvSpPr>
        <p:spPr>
          <a:xfrm>
            <a:off x="540000" y="1652627"/>
            <a:ext cx="9462670" cy="1189556"/>
          </a:xfrm>
          <a:prstGeom prst="rect">
            <a:avLst/>
          </a:prstGeom>
        </p:spPr>
        <p:txBody>
          <a:bodyPr lIns="0" tIns="0" rIns="0" bIns="0">
            <a:spAutoFit/>
          </a:bodyPr>
          <a:lstStyle>
            <a:lvl1pPr>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400">
                <a:solidFill>
                  <a:srgbClr val="E0E8F7"/>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pic>
        <p:nvPicPr>
          <p:cNvPr id="10" name="Picture 9">
            <a:extLst>
              <a:ext uri="{FF2B5EF4-FFF2-40B4-BE49-F238E27FC236}">
                <a16:creationId xmlns:a16="http://schemas.microsoft.com/office/drawing/2014/main" id="{613B5020-2488-D66C-615B-BFB237170F7F}"/>
              </a:ext>
            </a:extLst>
          </p:cNvPr>
          <p:cNvPicPr>
            <a:picLocks noChangeAspect="1"/>
          </p:cNvPicPr>
          <p:nvPr userDrawn="1"/>
        </p:nvPicPr>
        <p:blipFill>
          <a:blip r:embed="rId3"/>
          <a:srcRect/>
          <a:stretch/>
        </p:blipFill>
        <p:spPr>
          <a:xfrm>
            <a:off x="10469880" y="552098"/>
            <a:ext cx="1167938" cy="195962"/>
          </a:xfrm>
          <a:prstGeom prst="rect">
            <a:avLst/>
          </a:prstGeom>
        </p:spPr>
      </p:pic>
      <p:sp>
        <p:nvSpPr>
          <p:cNvPr id="5" name="Slide Number Placeholder 5">
            <a:extLst>
              <a:ext uri="{FF2B5EF4-FFF2-40B4-BE49-F238E27FC236}">
                <a16:creationId xmlns:a16="http://schemas.microsoft.com/office/drawing/2014/main" id="{1D06611B-F559-C2E0-D70A-FCBB3A56D9E9}"/>
              </a:ext>
            </a:extLst>
          </p:cNvPr>
          <p:cNvSpPr>
            <a:spLocks noGrp="1"/>
          </p:cNvSpPr>
          <p:nvPr>
            <p:ph type="sldNum" sz="quarter" idx="4"/>
          </p:nvPr>
        </p:nvSpPr>
        <p:spPr>
          <a:xfrm>
            <a:off x="11088476" y="6461968"/>
            <a:ext cx="549341" cy="153888"/>
          </a:xfrm>
          <a:prstGeom prst="rect">
            <a:avLst/>
          </a:prstGeom>
        </p:spPr>
        <p:txBody>
          <a:bodyPr vert="horz" wrap="square" lIns="0" tIns="0" rIns="0" bIns="0" rtlCol="0" anchor="ctr">
            <a:spAutoFit/>
          </a:bodyPr>
          <a:lstStyle>
            <a:lvl1pPr algn="r">
              <a:defRPr sz="1000" b="0" i="0">
                <a:solidFill>
                  <a:srgbClr val="E0E8F7"/>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fld id="{1B377F6A-2966-294D-95D7-FBB58FDBE7CB}" type="slidenum">
              <a:rPr lang="en-US" smtClean="0"/>
              <a:pPr/>
              <a:t>‹#›</a:t>
            </a:fld>
            <a:endParaRPr lang="en-US"/>
          </a:p>
        </p:txBody>
      </p:sp>
      <p:sp>
        <p:nvSpPr>
          <p:cNvPr id="4" name="Rounded Rectangle 3">
            <a:extLst>
              <a:ext uri="{FF2B5EF4-FFF2-40B4-BE49-F238E27FC236}">
                <a16:creationId xmlns:a16="http://schemas.microsoft.com/office/drawing/2014/main" id="{4A857AFF-B595-58E1-9511-6BF025D72168}"/>
              </a:ext>
            </a:extLst>
          </p:cNvPr>
          <p:cNvSpPr/>
          <p:nvPr userDrawn="1"/>
        </p:nvSpPr>
        <p:spPr>
          <a:xfrm>
            <a:off x="-376058" y="6252425"/>
            <a:ext cx="4114800" cy="931488"/>
          </a:xfrm>
          <a:prstGeom prst="roundRect">
            <a:avLst>
              <a:gd name="adj" fmla="val 34426"/>
            </a:avLst>
          </a:prstGeom>
          <a:noFill/>
          <a:ln w="9525">
            <a:solidFill>
              <a:srgbClr val="0629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D966E1D-27CB-9CAE-BEC0-519A8246C131}"/>
              </a:ext>
            </a:extLst>
          </p:cNvPr>
          <p:cNvSpPr/>
          <p:nvPr userDrawn="1"/>
        </p:nvSpPr>
        <p:spPr>
          <a:xfrm>
            <a:off x="0" y="6792686"/>
            <a:ext cx="12192000" cy="65314"/>
          </a:xfrm>
          <a:prstGeom prst="rect">
            <a:avLst/>
          </a:prstGeom>
          <a:gradFill flip="none" rotWithShape="1">
            <a:gsLst>
              <a:gs pos="100000">
                <a:schemeClr val="bg1"/>
              </a:gs>
              <a:gs pos="0">
                <a:srgbClr val="CFE2F3"/>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ooter Placeholder 4">
            <a:extLst>
              <a:ext uri="{FF2B5EF4-FFF2-40B4-BE49-F238E27FC236}">
                <a16:creationId xmlns:a16="http://schemas.microsoft.com/office/drawing/2014/main" id="{79A745F5-D09F-3BA7-3BF3-46D75C0E4C3A}"/>
              </a:ext>
            </a:extLst>
          </p:cNvPr>
          <p:cNvSpPr>
            <a:spLocks noGrp="1"/>
          </p:cNvSpPr>
          <p:nvPr>
            <p:ph type="ftr" sz="quarter" idx="3"/>
          </p:nvPr>
        </p:nvSpPr>
        <p:spPr>
          <a:xfrm>
            <a:off x="540000" y="6461968"/>
            <a:ext cx="3078186" cy="153888"/>
          </a:xfrm>
          <a:prstGeom prst="rect">
            <a:avLst/>
          </a:prstGeom>
        </p:spPr>
        <p:txBody>
          <a:bodyPr vert="horz" wrap="square" lIns="0" tIns="0" rIns="0" bIns="0" rtlCol="0" anchor="ctr">
            <a:spAutoFit/>
          </a:bodyPr>
          <a:lstStyle>
            <a:lvl1pPr algn="l">
              <a:defRPr sz="1000" b="0" i="0">
                <a:solidFill>
                  <a:srgbClr val="CFE2F3"/>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a:t>©</a:t>
            </a:r>
            <a:fld id="{3FEB6F09-2C38-294C-994A-AB349969DE87}" type="datetimeyyyy">
              <a:rPr lang="en-GB" smtClean="0"/>
              <a:pPr/>
              <a:t>2026</a:t>
            </a:fld>
            <a:r>
              <a:rPr lang="en-US"/>
              <a:t> TrustFlight Ltd. All rights reserved. </a:t>
            </a:r>
            <a:endParaRPr lang="en-US" dirty="0"/>
          </a:p>
        </p:txBody>
      </p:sp>
      <p:sp>
        <p:nvSpPr>
          <p:cNvPr id="6" name="Rounded Rectangle 5">
            <a:extLst>
              <a:ext uri="{FF2B5EF4-FFF2-40B4-BE49-F238E27FC236}">
                <a16:creationId xmlns:a16="http://schemas.microsoft.com/office/drawing/2014/main" id="{F55C5412-3888-9516-BAB6-368B6ACD1675}"/>
              </a:ext>
            </a:extLst>
          </p:cNvPr>
          <p:cNvSpPr/>
          <p:nvPr userDrawn="1"/>
        </p:nvSpPr>
        <p:spPr>
          <a:xfrm>
            <a:off x="10122413" y="-286510"/>
            <a:ext cx="2393437" cy="1338196"/>
          </a:xfrm>
          <a:prstGeom prst="roundRect">
            <a:avLst>
              <a:gd name="adj" fmla="val 23908"/>
            </a:avLst>
          </a:prstGeom>
          <a:noFill/>
          <a:ln w="9525">
            <a:solidFill>
              <a:srgbClr val="0629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26343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Dark - Blank">
    <p:bg>
      <p:bgPr>
        <a:gradFill>
          <a:gsLst>
            <a:gs pos="0">
              <a:srgbClr val="010306"/>
            </a:gs>
            <a:gs pos="100000">
              <a:srgbClr val="031022"/>
            </a:gs>
          </a:gsLst>
          <a:lin ang="3000000" scaled="0"/>
        </a:gradFill>
        <a:effectLst/>
      </p:bgPr>
    </p:bg>
    <p:spTree>
      <p:nvGrpSpPr>
        <p:cNvPr id="1" name=""/>
        <p:cNvGrpSpPr/>
        <p:nvPr/>
      </p:nvGrpSpPr>
      <p:grpSpPr>
        <a:xfrm>
          <a:off x="0" y="0"/>
          <a:ext cx="0" cy="0"/>
          <a:chOff x="0" y="0"/>
          <a:chExt cx="0" cy="0"/>
        </a:xfrm>
      </p:grpSpPr>
      <p:sp>
        <p:nvSpPr>
          <p:cNvPr id="15" name="Rounded Rectangle 14">
            <a:extLst>
              <a:ext uri="{FF2B5EF4-FFF2-40B4-BE49-F238E27FC236}">
                <a16:creationId xmlns:a16="http://schemas.microsoft.com/office/drawing/2014/main" id="{E56EA198-A2E3-F7E9-18A0-F2CD84A0C83F}"/>
              </a:ext>
            </a:extLst>
          </p:cNvPr>
          <p:cNvSpPr/>
          <p:nvPr userDrawn="1"/>
        </p:nvSpPr>
        <p:spPr>
          <a:xfrm>
            <a:off x="11159985" y="6174604"/>
            <a:ext cx="1298715" cy="931488"/>
          </a:xfrm>
          <a:prstGeom prst="roundRect">
            <a:avLst>
              <a:gd name="adj" fmla="val 34426"/>
            </a:avLst>
          </a:prstGeom>
          <a:noFill/>
          <a:ln w="9525">
            <a:solidFill>
              <a:srgbClr val="0629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529C9826-0CE3-7C4B-D683-A1C19C6957AA}"/>
              </a:ext>
            </a:extLst>
          </p:cNvPr>
          <p:cNvSpPr/>
          <p:nvPr userDrawn="1"/>
        </p:nvSpPr>
        <p:spPr>
          <a:xfrm rot="5400000">
            <a:off x="-637538" y="701880"/>
            <a:ext cx="1415978" cy="699612"/>
          </a:xfrm>
          <a:prstGeom prst="roundRect">
            <a:avLst>
              <a:gd name="adj" fmla="val 39925"/>
            </a:avLst>
          </a:prstGeom>
          <a:noFill/>
          <a:ln w="9525">
            <a:solidFill>
              <a:srgbClr val="0629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4942139-C112-631F-FC3D-9A41B326D6E5}"/>
              </a:ext>
            </a:extLst>
          </p:cNvPr>
          <p:cNvSpPr>
            <a:spLocks noGrp="1"/>
          </p:cNvSpPr>
          <p:nvPr>
            <p:ph type="title"/>
          </p:nvPr>
        </p:nvSpPr>
        <p:spPr>
          <a:xfrm>
            <a:off x="540000" y="774000"/>
            <a:ext cx="9462670" cy="553998"/>
          </a:xfrm>
        </p:spPr>
        <p:txBody>
          <a:bodyPr anchor="t" anchorCtr="0">
            <a:spAutoFit/>
          </a:bodyPr>
          <a:lstStyle>
            <a:lvl1pPr>
              <a:defRPr>
                <a:solidFill>
                  <a:srgbClr val="E0E8F7"/>
                </a:solidFill>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0C3D6288-9E17-B744-8198-AA89061BFD70}"/>
              </a:ext>
            </a:extLst>
          </p:cNvPr>
          <p:cNvSpPr>
            <a:spLocks noGrp="1"/>
          </p:cNvSpPr>
          <p:nvPr>
            <p:ph idx="1"/>
          </p:nvPr>
        </p:nvSpPr>
        <p:spPr>
          <a:xfrm>
            <a:off x="540000" y="1652627"/>
            <a:ext cx="9462670" cy="1189556"/>
          </a:xfrm>
          <a:prstGeom prst="rect">
            <a:avLst/>
          </a:prstGeom>
        </p:spPr>
        <p:txBody>
          <a:bodyPr lIns="0" tIns="0" rIns="0" bIns="0">
            <a:spAutoFit/>
          </a:bodyPr>
          <a:lstStyle>
            <a:lvl1pPr>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400">
                <a:solidFill>
                  <a:srgbClr val="E0E8F7"/>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pic>
        <p:nvPicPr>
          <p:cNvPr id="10" name="Picture 9">
            <a:extLst>
              <a:ext uri="{FF2B5EF4-FFF2-40B4-BE49-F238E27FC236}">
                <a16:creationId xmlns:a16="http://schemas.microsoft.com/office/drawing/2014/main" id="{613B5020-2488-D66C-615B-BFB237170F7F}"/>
              </a:ext>
            </a:extLst>
          </p:cNvPr>
          <p:cNvPicPr>
            <a:picLocks noChangeAspect="1"/>
          </p:cNvPicPr>
          <p:nvPr userDrawn="1"/>
        </p:nvPicPr>
        <p:blipFill>
          <a:blip r:embed="rId2"/>
          <a:srcRect/>
          <a:stretch/>
        </p:blipFill>
        <p:spPr>
          <a:xfrm>
            <a:off x="10469880" y="552098"/>
            <a:ext cx="1167938" cy="195962"/>
          </a:xfrm>
          <a:prstGeom prst="rect">
            <a:avLst/>
          </a:prstGeom>
        </p:spPr>
      </p:pic>
      <p:sp>
        <p:nvSpPr>
          <p:cNvPr id="5" name="Slide Number Placeholder 5">
            <a:extLst>
              <a:ext uri="{FF2B5EF4-FFF2-40B4-BE49-F238E27FC236}">
                <a16:creationId xmlns:a16="http://schemas.microsoft.com/office/drawing/2014/main" id="{1D06611B-F559-C2E0-D70A-FCBB3A56D9E9}"/>
              </a:ext>
            </a:extLst>
          </p:cNvPr>
          <p:cNvSpPr>
            <a:spLocks noGrp="1"/>
          </p:cNvSpPr>
          <p:nvPr>
            <p:ph type="sldNum" sz="quarter" idx="4"/>
          </p:nvPr>
        </p:nvSpPr>
        <p:spPr>
          <a:xfrm>
            <a:off x="11088476" y="6461968"/>
            <a:ext cx="549341" cy="153888"/>
          </a:xfrm>
          <a:prstGeom prst="rect">
            <a:avLst/>
          </a:prstGeom>
        </p:spPr>
        <p:txBody>
          <a:bodyPr vert="horz" wrap="square" lIns="0" tIns="0" rIns="0" bIns="0" rtlCol="0" anchor="ctr">
            <a:spAutoFit/>
          </a:bodyPr>
          <a:lstStyle>
            <a:lvl1pPr algn="r">
              <a:defRPr sz="1000" b="0" i="0">
                <a:solidFill>
                  <a:srgbClr val="E0E8F7"/>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fld id="{1B377F6A-2966-294D-95D7-FBB58FDBE7CB}" type="slidenum">
              <a:rPr lang="en-US" smtClean="0"/>
              <a:pPr/>
              <a:t>‹#›</a:t>
            </a:fld>
            <a:endParaRPr lang="en-US"/>
          </a:p>
        </p:txBody>
      </p:sp>
      <p:sp>
        <p:nvSpPr>
          <p:cNvPr id="4" name="Rounded Rectangle 3">
            <a:extLst>
              <a:ext uri="{FF2B5EF4-FFF2-40B4-BE49-F238E27FC236}">
                <a16:creationId xmlns:a16="http://schemas.microsoft.com/office/drawing/2014/main" id="{D940333D-10CE-DA32-F1DC-0F004BD0356F}"/>
              </a:ext>
            </a:extLst>
          </p:cNvPr>
          <p:cNvSpPr/>
          <p:nvPr userDrawn="1"/>
        </p:nvSpPr>
        <p:spPr>
          <a:xfrm>
            <a:off x="-376058" y="6252425"/>
            <a:ext cx="4114800" cy="931488"/>
          </a:xfrm>
          <a:prstGeom prst="roundRect">
            <a:avLst>
              <a:gd name="adj" fmla="val 34426"/>
            </a:avLst>
          </a:prstGeom>
          <a:noFill/>
          <a:ln w="9525">
            <a:solidFill>
              <a:srgbClr val="0629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62B9C2B-7E14-89DA-DFCC-408BF1DD5672}"/>
              </a:ext>
            </a:extLst>
          </p:cNvPr>
          <p:cNvSpPr/>
          <p:nvPr userDrawn="1"/>
        </p:nvSpPr>
        <p:spPr>
          <a:xfrm>
            <a:off x="0" y="6792686"/>
            <a:ext cx="12192000" cy="65314"/>
          </a:xfrm>
          <a:prstGeom prst="rect">
            <a:avLst/>
          </a:prstGeom>
          <a:gradFill flip="none" rotWithShape="1">
            <a:gsLst>
              <a:gs pos="100000">
                <a:schemeClr val="bg1"/>
              </a:gs>
              <a:gs pos="0">
                <a:srgbClr val="CFE2F3"/>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ooter Placeholder 4">
            <a:extLst>
              <a:ext uri="{FF2B5EF4-FFF2-40B4-BE49-F238E27FC236}">
                <a16:creationId xmlns:a16="http://schemas.microsoft.com/office/drawing/2014/main" id="{CEA4D19C-17E5-6B06-9BE1-E1F4F27DF875}"/>
              </a:ext>
            </a:extLst>
          </p:cNvPr>
          <p:cNvSpPr>
            <a:spLocks noGrp="1"/>
          </p:cNvSpPr>
          <p:nvPr>
            <p:ph type="ftr" sz="quarter" idx="3"/>
          </p:nvPr>
        </p:nvSpPr>
        <p:spPr>
          <a:xfrm>
            <a:off x="540000" y="6461968"/>
            <a:ext cx="3078186" cy="153888"/>
          </a:xfrm>
          <a:prstGeom prst="rect">
            <a:avLst/>
          </a:prstGeom>
        </p:spPr>
        <p:txBody>
          <a:bodyPr vert="horz" wrap="square" lIns="0" tIns="0" rIns="0" bIns="0" rtlCol="0" anchor="ctr">
            <a:spAutoFit/>
          </a:bodyPr>
          <a:lstStyle>
            <a:lvl1pPr algn="l">
              <a:defRPr sz="1000" b="0" i="0">
                <a:solidFill>
                  <a:srgbClr val="CFE2F3"/>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a:t>©</a:t>
            </a:r>
            <a:fld id="{3FEB6F09-2C38-294C-994A-AB349969DE87}" type="datetimeyyyy">
              <a:rPr lang="en-GB" smtClean="0"/>
              <a:pPr/>
              <a:t>2026</a:t>
            </a:fld>
            <a:r>
              <a:rPr lang="en-US"/>
              <a:t> TrustFlight Ltd. All rights reserved. </a:t>
            </a:r>
            <a:endParaRPr lang="en-US" dirty="0"/>
          </a:p>
        </p:txBody>
      </p:sp>
      <p:sp>
        <p:nvSpPr>
          <p:cNvPr id="6" name="Rounded Rectangle 5">
            <a:extLst>
              <a:ext uri="{FF2B5EF4-FFF2-40B4-BE49-F238E27FC236}">
                <a16:creationId xmlns:a16="http://schemas.microsoft.com/office/drawing/2014/main" id="{7ACD618A-957A-2D24-000F-C2D2748B8C2A}"/>
              </a:ext>
            </a:extLst>
          </p:cNvPr>
          <p:cNvSpPr/>
          <p:nvPr userDrawn="1"/>
        </p:nvSpPr>
        <p:spPr>
          <a:xfrm>
            <a:off x="10122413" y="-286510"/>
            <a:ext cx="2393437" cy="1338196"/>
          </a:xfrm>
          <a:prstGeom prst="roundRect">
            <a:avLst>
              <a:gd name="adj" fmla="val 23908"/>
            </a:avLst>
          </a:prstGeom>
          <a:noFill/>
          <a:ln w="9525">
            <a:solidFill>
              <a:srgbClr val="0629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934996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Dark - Globe Split">
    <p:bg>
      <p:bgPr>
        <a:gradFill>
          <a:gsLst>
            <a:gs pos="0">
              <a:srgbClr val="010306"/>
            </a:gs>
            <a:gs pos="100000">
              <a:srgbClr val="031022"/>
            </a:gs>
          </a:gsLst>
          <a:lin ang="3000000" scaled="0"/>
        </a:gradFill>
        <a:effectLst/>
      </p:bgPr>
    </p:bg>
    <p:spTree>
      <p:nvGrpSpPr>
        <p:cNvPr id="1" name=""/>
        <p:cNvGrpSpPr/>
        <p:nvPr/>
      </p:nvGrpSpPr>
      <p:grpSpPr>
        <a:xfrm>
          <a:off x="0" y="0"/>
          <a:ext cx="0" cy="0"/>
          <a:chOff x="0" y="0"/>
          <a:chExt cx="0" cy="0"/>
        </a:xfrm>
      </p:grpSpPr>
      <p:pic>
        <p:nvPicPr>
          <p:cNvPr id="9" name="Picture 8" descr="A blue circles on a black background&#10;&#10;AI-generated content may be incorrect.">
            <a:extLst>
              <a:ext uri="{FF2B5EF4-FFF2-40B4-BE49-F238E27FC236}">
                <a16:creationId xmlns:a16="http://schemas.microsoft.com/office/drawing/2014/main" id="{F2F26713-7C9D-6F0B-0011-AF754F4241CC}"/>
              </a:ext>
            </a:extLst>
          </p:cNvPr>
          <p:cNvPicPr>
            <a:picLocks noChangeAspect="1"/>
          </p:cNvPicPr>
          <p:nvPr userDrawn="1"/>
        </p:nvPicPr>
        <p:blipFill>
          <a:blip r:embed="rId2">
            <a:alphaModFix amt="50000"/>
          </a:blip>
          <a:stretch>
            <a:fillRect/>
          </a:stretch>
        </p:blipFill>
        <p:spPr>
          <a:xfrm rot="6452641">
            <a:off x="7584110" y="-1874744"/>
            <a:ext cx="9244853" cy="9244853"/>
          </a:xfrm>
          <a:prstGeom prst="rect">
            <a:avLst/>
          </a:prstGeom>
        </p:spPr>
      </p:pic>
      <p:sp>
        <p:nvSpPr>
          <p:cNvPr id="12" name="Rounded Rectangle 11">
            <a:extLst>
              <a:ext uri="{FF2B5EF4-FFF2-40B4-BE49-F238E27FC236}">
                <a16:creationId xmlns:a16="http://schemas.microsoft.com/office/drawing/2014/main" id="{529C9826-0CE3-7C4B-D683-A1C19C6957AA}"/>
              </a:ext>
            </a:extLst>
          </p:cNvPr>
          <p:cNvSpPr/>
          <p:nvPr userDrawn="1"/>
        </p:nvSpPr>
        <p:spPr>
          <a:xfrm rot="5400000">
            <a:off x="-637538" y="701880"/>
            <a:ext cx="1415978" cy="699612"/>
          </a:xfrm>
          <a:prstGeom prst="roundRect">
            <a:avLst>
              <a:gd name="adj" fmla="val 39925"/>
            </a:avLst>
          </a:prstGeom>
          <a:noFill/>
          <a:ln w="9525">
            <a:solidFill>
              <a:srgbClr val="0629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4942139-C112-631F-FC3D-9A41B326D6E5}"/>
              </a:ext>
            </a:extLst>
          </p:cNvPr>
          <p:cNvSpPr>
            <a:spLocks noGrp="1"/>
          </p:cNvSpPr>
          <p:nvPr>
            <p:ph type="title"/>
          </p:nvPr>
        </p:nvSpPr>
        <p:spPr>
          <a:xfrm>
            <a:off x="540000" y="774000"/>
            <a:ext cx="9462670" cy="553998"/>
          </a:xfrm>
        </p:spPr>
        <p:txBody>
          <a:bodyPr anchor="t" anchorCtr="0">
            <a:spAutoFit/>
          </a:bodyPr>
          <a:lstStyle>
            <a:lvl1pPr>
              <a:defRPr>
                <a:solidFill>
                  <a:srgbClr val="E0E8F7"/>
                </a:solidFill>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0C3D6288-9E17-B744-8198-AA89061BFD70}"/>
              </a:ext>
            </a:extLst>
          </p:cNvPr>
          <p:cNvSpPr>
            <a:spLocks noGrp="1"/>
          </p:cNvSpPr>
          <p:nvPr>
            <p:ph idx="1"/>
          </p:nvPr>
        </p:nvSpPr>
        <p:spPr>
          <a:xfrm>
            <a:off x="540000" y="1652627"/>
            <a:ext cx="9462670" cy="1189556"/>
          </a:xfrm>
          <a:prstGeom prst="rect">
            <a:avLst/>
          </a:prstGeom>
        </p:spPr>
        <p:txBody>
          <a:bodyPr lIns="0" tIns="0" rIns="0" bIns="0">
            <a:spAutoFit/>
          </a:bodyPr>
          <a:lstStyle>
            <a:lvl1pPr>
              <a:defRPr sz="1800" b="0" i="0">
                <a:solidFill>
                  <a:schemeClr val="bg1"/>
                </a:solidFill>
                <a:latin typeface="Open Sans Light" pitchFamily="2" charset="0"/>
                <a:ea typeface="Open Sans Light" pitchFamily="2" charset="0"/>
                <a:cs typeface="Open Sans Light" pitchFamily="2" charset="0"/>
              </a:defRPr>
            </a:lvl1pPr>
            <a:lvl2pPr>
              <a:defRPr sz="1800" b="0" i="0">
                <a:solidFill>
                  <a:schemeClr val="bg1"/>
                </a:solidFill>
                <a:latin typeface="Open Sans Light" pitchFamily="2" charset="0"/>
                <a:ea typeface="Open Sans Light" pitchFamily="2" charset="0"/>
                <a:cs typeface="Open Sans Light" pitchFamily="2" charset="0"/>
              </a:defRPr>
            </a:lvl2pPr>
            <a:lvl3pPr>
              <a:defRPr sz="1800" b="0" i="0">
                <a:solidFill>
                  <a:schemeClr val="bg1"/>
                </a:solidFill>
                <a:latin typeface="Open Sans Light" pitchFamily="2" charset="0"/>
                <a:ea typeface="Open Sans Light" pitchFamily="2" charset="0"/>
                <a:cs typeface="Open Sans Light" pitchFamily="2" charset="0"/>
              </a:defRPr>
            </a:lvl3pPr>
            <a:lvl4pPr>
              <a:defRPr sz="1800" b="0" i="0">
                <a:solidFill>
                  <a:schemeClr val="bg1"/>
                </a:solidFill>
                <a:latin typeface="Open Sans Light" pitchFamily="2" charset="0"/>
                <a:ea typeface="Open Sans Light" pitchFamily="2" charset="0"/>
                <a:cs typeface="Open Sans Light" pitchFamily="2" charset="0"/>
              </a:defRPr>
            </a:lvl4pPr>
            <a:lvl5pPr>
              <a:defRPr sz="1400">
                <a:solidFill>
                  <a:srgbClr val="E0E8F7"/>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pic>
        <p:nvPicPr>
          <p:cNvPr id="10" name="Picture 9">
            <a:extLst>
              <a:ext uri="{FF2B5EF4-FFF2-40B4-BE49-F238E27FC236}">
                <a16:creationId xmlns:a16="http://schemas.microsoft.com/office/drawing/2014/main" id="{613B5020-2488-D66C-615B-BFB237170F7F}"/>
              </a:ext>
            </a:extLst>
          </p:cNvPr>
          <p:cNvPicPr>
            <a:picLocks noChangeAspect="1"/>
          </p:cNvPicPr>
          <p:nvPr userDrawn="1"/>
        </p:nvPicPr>
        <p:blipFill>
          <a:blip r:embed="rId3"/>
          <a:srcRect/>
          <a:stretch/>
        </p:blipFill>
        <p:spPr>
          <a:xfrm>
            <a:off x="10469880" y="552098"/>
            <a:ext cx="1167938" cy="195962"/>
          </a:xfrm>
          <a:prstGeom prst="rect">
            <a:avLst/>
          </a:prstGeom>
        </p:spPr>
      </p:pic>
      <p:pic>
        <p:nvPicPr>
          <p:cNvPr id="7" name="Picture 6">
            <a:extLst>
              <a:ext uri="{FF2B5EF4-FFF2-40B4-BE49-F238E27FC236}">
                <a16:creationId xmlns:a16="http://schemas.microsoft.com/office/drawing/2014/main" id="{4519207E-3F35-CD84-0CED-B1618F8C1443}"/>
              </a:ext>
            </a:extLst>
          </p:cNvPr>
          <p:cNvPicPr>
            <a:picLocks noChangeAspect="1"/>
          </p:cNvPicPr>
          <p:nvPr userDrawn="1"/>
        </p:nvPicPr>
        <p:blipFill>
          <a:blip r:embed="rId4"/>
          <a:srcRect/>
          <a:stretch/>
        </p:blipFill>
        <p:spPr>
          <a:xfrm>
            <a:off x="10405782" y="944803"/>
            <a:ext cx="3572435" cy="3566980"/>
          </a:xfrm>
          <a:prstGeom prst="rect">
            <a:avLst/>
          </a:prstGeom>
        </p:spPr>
      </p:pic>
      <p:sp>
        <p:nvSpPr>
          <p:cNvPr id="11" name="Rectangle 10">
            <a:extLst>
              <a:ext uri="{FF2B5EF4-FFF2-40B4-BE49-F238E27FC236}">
                <a16:creationId xmlns:a16="http://schemas.microsoft.com/office/drawing/2014/main" id="{FB055498-3013-8FBE-B680-30D25ED0BA42}"/>
              </a:ext>
            </a:extLst>
          </p:cNvPr>
          <p:cNvSpPr/>
          <p:nvPr userDrawn="1"/>
        </p:nvSpPr>
        <p:spPr>
          <a:xfrm>
            <a:off x="-1" y="4843849"/>
            <a:ext cx="12191999" cy="2014151"/>
          </a:xfrm>
          <a:prstGeom prst="rect">
            <a:avLst/>
          </a:prstGeom>
          <a:solidFill>
            <a:srgbClr val="EFF8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312B68EC-D0DA-54CD-18E4-4639FE2CDFDC}"/>
              </a:ext>
            </a:extLst>
          </p:cNvPr>
          <p:cNvSpPr/>
          <p:nvPr userDrawn="1"/>
        </p:nvSpPr>
        <p:spPr>
          <a:xfrm>
            <a:off x="11159985" y="6174604"/>
            <a:ext cx="1298715" cy="931488"/>
          </a:xfrm>
          <a:prstGeom prst="roundRect">
            <a:avLst>
              <a:gd name="adj" fmla="val 34426"/>
            </a:avLst>
          </a:prstGeom>
          <a:noFill/>
          <a:ln w="9525">
            <a:solidFill>
              <a:srgbClr val="CFE2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lide Number Placeholder 5">
            <a:extLst>
              <a:ext uri="{FF2B5EF4-FFF2-40B4-BE49-F238E27FC236}">
                <a16:creationId xmlns:a16="http://schemas.microsoft.com/office/drawing/2014/main" id="{E740AF2B-59A0-DBEC-6E84-EC7BD1EAF40F}"/>
              </a:ext>
            </a:extLst>
          </p:cNvPr>
          <p:cNvSpPr>
            <a:spLocks noGrp="1"/>
          </p:cNvSpPr>
          <p:nvPr>
            <p:ph type="sldNum" sz="quarter" idx="4"/>
          </p:nvPr>
        </p:nvSpPr>
        <p:spPr>
          <a:xfrm>
            <a:off x="11088476" y="6461968"/>
            <a:ext cx="549341" cy="153888"/>
          </a:xfrm>
          <a:prstGeom prst="rect">
            <a:avLst/>
          </a:prstGeom>
        </p:spPr>
        <p:txBody>
          <a:bodyPr vert="horz" wrap="square" lIns="0" tIns="0" rIns="0" bIns="0" rtlCol="0" anchor="ctr">
            <a:spAutoFit/>
          </a:bodyPr>
          <a:lstStyle>
            <a:lvl1pPr algn="r">
              <a:defRPr sz="1000" b="0" i="0">
                <a:solidFill>
                  <a:srgbClr val="242D4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fld id="{1B377F6A-2966-294D-95D7-FBB58FDBE7CB}" type="slidenum">
              <a:rPr lang="en-US" smtClean="0"/>
              <a:pPr/>
              <a:t>‹#›</a:t>
            </a:fld>
            <a:endParaRPr lang="en-US" dirty="0"/>
          </a:p>
        </p:txBody>
      </p:sp>
      <p:sp>
        <p:nvSpPr>
          <p:cNvPr id="17" name="Rounded Rectangle 16">
            <a:extLst>
              <a:ext uri="{FF2B5EF4-FFF2-40B4-BE49-F238E27FC236}">
                <a16:creationId xmlns:a16="http://schemas.microsoft.com/office/drawing/2014/main" id="{E434BF88-F15B-815A-FDDB-8E9C9478C6A9}"/>
              </a:ext>
            </a:extLst>
          </p:cNvPr>
          <p:cNvSpPr/>
          <p:nvPr userDrawn="1"/>
        </p:nvSpPr>
        <p:spPr>
          <a:xfrm>
            <a:off x="-376058" y="6252425"/>
            <a:ext cx="4114800" cy="931488"/>
          </a:xfrm>
          <a:prstGeom prst="roundRect">
            <a:avLst>
              <a:gd name="adj" fmla="val 34426"/>
            </a:avLst>
          </a:prstGeom>
          <a:noFill/>
          <a:ln w="9525">
            <a:solidFill>
              <a:srgbClr val="CFE2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ooter Placeholder 4">
            <a:extLst>
              <a:ext uri="{FF2B5EF4-FFF2-40B4-BE49-F238E27FC236}">
                <a16:creationId xmlns:a16="http://schemas.microsoft.com/office/drawing/2014/main" id="{566CDEB6-7A1D-6109-42FC-D9A1581E3370}"/>
              </a:ext>
            </a:extLst>
          </p:cNvPr>
          <p:cNvSpPr>
            <a:spLocks noGrp="1"/>
          </p:cNvSpPr>
          <p:nvPr>
            <p:ph type="ftr" sz="quarter" idx="3"/>
          </p:nvPr>
        </p:nvSpPr>
        <p:spPr>
          <a:xfrm>
            <a:off x="540000" y="6461968"/>
            <a:ext cx="3078186" cy="153888"/>
          </a:xfrm>
          <a:prstGeom prst="rect">
            <a:avLst/>
          </a:prstGeom>
        </p:spPr>
        <p:txBody>
          <a:bodyPr vert="horz" wrap="square" lIns="0" tIns="0" rIns="0" bIns="0" rtlCol="0" anchor="ctr">
            <a:spAutoFit/>
          </a:bodyPr>
          <a:lstStyle>
            <a:lvl1pPr algn="l">
              <a:defRPr sz="1000" b="0" i="0">
                <a:solidFill>
                  <a:srgbClr val="242D4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dirty="0"/>
              <a:t>©</a:t>
            </a:r>
            <a:fld id="{3FEB6F09-2C38-294C-994A-AB349969DE87}" type="datetimeyyyy">
              <a:rPr lang="en-GB" smtClean="0"/>
              <a:pPr/>
              <a:t>2026</a:t>
            </a:fld>
            <a:r>
              <a:rPr lang="en-US" dirty="0"/>
              <a:t> </a:t>
            </a:r>
            <a:r>
              <a:rPr lang="en-US" dirty="0" err="1"/>
              <a:t>TrustFlight</a:t>
            </a:r>
            <a:r>
              <a:rPr lang="en-US" dirty="0"/>
              <a:t> Ltd. All rights reserved. </a:t>
            </a:r>
          </a:p>
        </p:txBody>
      </p:sp>
      <p:sp>
        <p:nvSpPr>
          <p:cNvPr id="19" name="Rectangle 18">
            <a:extLst>
              <a:ext uri="{FF2B5EF4-FFF2-40B4-BE49-F238E27FC236}">
                <a16:creationId xmlns:a16="http://schemas.microsoft.com/office/drawing/2014/main" id="{E265F3A7-827A-682A-6ECF-7FB99FB6D389}"/>
              </a:ext>
            </a:extLst>
          </p:cNvPr>
          <p:cNvSpPr/>
          <p:nvPr userDrawn="1"/>
        </p:nvSpPr>
        <p:spPr>
          <a:xfrm>
            <a:off x="0" y="6792686"/>
            <a:ext cx="12192000" cy="65314"/>
          </a:xfrm>
          <a:prstGeom prst="rect">
            <a:avLst/>
          </a:prstGeom>
          <a:gradFill flip="none" rotWithShape="1">
            <a:gsLst>
              <a:gs pos="100000">
                <a:srgbClr val="00D5FF"/>
              </a:gs>
              <a:gs pos="0">
                <a:srgbClr val="083976"/>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55290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Dark - Globe">
    <p:bg>
      <p:bgPr>
        <a:gradFill>
          <a:gsLst>
            <a:gs pos="0">
              <a:srgbClr val="010306"/>
            </a:gs>
            <a:gs pos="100000">
              <a:srgbClr val="031022"/>
            </a:gs>
          </a:gsLst>
          <a:lin ang="3000000" scaled="0"/>
        </a:gradFill>
        <a:effectLst/>
      </p:bgPr>
    </p:bg>
    <p:spTree>
      <p:nvGrpSpPr>
        <p:cNvPr id="1" name=""/>
        <p:cNvGrpSpPr/>
        <p:nvPr/>
      </p:nvGrpSpPr>
      <p:grpSpPr>
        <a:xfrm>
          <a:off x="0" y="0"/>
          <a:ext cx="0" cy="0"/>
          <a:chOff x="0" y="0"/>
          <a:chExt cx="0" cy="0"/>
        </a:xfrm>
      </p:grpSpPr>
      <p:pic>
        <p:nvPicPr>
          <p:cNvPr id="9" name="Picture 8" descr="A blue circles on a black background&#10;&#10;AI-generated content may be incorrect.">
            <a:extLst>
              <a:ext uri="{FF2B5EF4-FFF2-40B4-BE49-F238E27FC236}">
                <a16:creationId xmlns:a16="http://schemas.microsoft.com/office/drawing/2014/main" id="{F2F26713-7C9D-6F0B-0011-AF754F4241CC}"/>
              </a:ext>
            </a:extLst>
          </p:cNvPr>
          <p:cNvPicPr>
            <a:picLocks noChangeAspect="1"/>
          </p:cNvPicPr>
          <p:nvPr userDrawn="1"/>
        </p:nvPicPr>
        <p:blipFill>
          <a:blip r:embed="rId2">
            <a:alphaModFix amt="50000"/>
          </a:blip>
          <a:stretch>
            <a:fillRect/>
          </a:stretch>
        </p:blipFill>
        <p:spPr>
          <a:xfrm rot="6452641">
            <a:off x="7584110" y="-1874744"/>
            <a:ext cx="9244853" cy="9244853"/>
          </a:xfrm>
          <a:prstGeom prst="rect">
            <a:avLst/>
          </a:prstGeom>
        </p:spPr>
      </p:pic>
      <p:sp>
        <p:nvSpPr>
          <p:cNvPr id="12" name="Rounded Rectangle 11">
            <a:extLst>
              <a:ext uri="{FF2B5EF4-FFF2-40B4-BE49-F238E27FC236}">
                <a16:creationId xmlns:a16="http://schemas.microsoft.com/office/drawing/2014/main" id="{529C9826-0CE3-7C4B-D683-A1C19C6957AA}"/>
              </a:ext>
            </a:extLst>
          </p:cNvPr>
          <p:cNvSpPr/>
          <p:nvPr userDrawn="1"/>
        </p:nvSpPr>
        <p:spPr>
          <a:xfrm rot="5400000">
            <a:off x="-637538" y="701880"/>
            <a:ext cx="1415978" cy="699612"/>
          </a:xfrm>
          <a:prstGeom prst="roundRect">
            <a:avLst>
              <a:gd name="adj" fmla="val 39925"/>
            </a:avLst>
          </a:prstGeom>
          <a:noFill/>
          <a:ln w="9525">
            <a:solidFill>
              <a:srgbClr val="0629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4942139-C112-631F-FC3D-9A41B326D6E5}"/>
              </a:ext>
            </a:extLst>
          </p:cNvPr>
          <p:cNvSpPr>
            <a:spLocks noGrp="1"/>
          </p:cNvSpPr>
          <p:nvPr>
            <p:ph type="title"/>
          </p:nvPr>
        </p:nvSpPr>
        <p:spPr>
          <a:xfrm>
            <a:off x="540000" y="774000"/>
            <a:ext cx="9462670" cy="553998"/>
          </a:xfrm>
        </p:spPr>
        <p:txBody>
          <a:bodyPr anchor="t" anchorCtr="0">
            <a:spAutoFit/>
          </a:bodyPr>
          <a:lstStyle>
            <a:lvl1pPr>
              <a:defRPr>
                <a:solidFill>
                  <a:srgbClr val="E0E8F7"/>
                </a:solidFill>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0C3D6288-9E17-B744-8198-AA89061BFD70}"/>
              </a:ext>
            </a:extLst>
          </p:cNvPr>
          <p:cNvSpPr>
            <a:spLocks noGrp="1"/>
          </p:cNvSpPr>
          <p:nvPr>
            <p:ph idx="1"/>
          </p:nvPr>
        </p:nvSpPr>
        <p:spPr>
          <a:xfrm>
            <a:off x="540000" y="1652627"/>
            <a:ext cx="9462670" cy="1189556"/>
          </a:xfrm>
          <a:prstGeom prst="rect">
            <a:avLst/>
          </a:prstGeom>
        </p:spPr>
        <p:txBody>
          <a:bodyPr lIns="0" tIns="0" rIns="0" bIns="0">
            <a:spAutoFit/>
          </a:bodyPr>
          <a:lstStyle>
            <a:lvl1pPr>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400">
                <a:solidFill>
                  <a:srgbClr val="E0E8F7"/>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pic>
        <p:nvPicPr>
          <p:cNvPr id="10" name="Picture 9">
            <a:extLst>
              <a:ext uri="{FF2B5EF4-FFF2-40B4-BE49-F238E27FC236}">
                <a16:creationId xmlns:a16="http://schemas.microsoft.com/office/drawing/2014/main" id="{613B5020-2488-D66C-615B-BFB237170F7F}"/>
              </a:ext>
            </a:extLst>
          </p:cNvPr>
          <p:cNvPicPr>
            <a:picLocks noChangeAspect="1"/>
          </p:cNvPicPr>
          <p:nvPr userDrawn="1"/>
        </p:nvPicPr>
        <p:blipFill>
          <a:blip r:embed="rId3"/>
          <a:srcRect/>
          <a:stretch/>
        </p:blipFill>
        <p:spPr>
          <a:xfrm>
            <a:off x="10469880" y="552098"/>
            <a:ext cx="1167938" cy="195962"/>
          </a:xfrm>
          <a:prstGeom prst="rect">
            <a:avLst/>
          </a:prstGeom>
        </p:spPr>
      </p:pic>
      <p:pic>
        <p:nvPicPr>
          <p:cNvPr id="7" name="Picture 6">
            <a:extLst>
              <a:ext uri="{FF2B5EF4-FFF2-40B4-BE49-F238E27FC236}">
                <a16:creationId xmlns:a16="http://schemas.microsoft.com/office/drawing/2014/main" id="{4519207E-3F35-CD84-0CED-B1618F8C1443}"/>
              </a:ext>
            </a:extLst>
          </p:cNvPr>
          <p:cNvPicPr>
            <a:picLocks noChangeAspect="1"/>
          </p:cNvPicPr>
          <p:nvPr userDrawn="1"/>
        </p:nvPicPr>
        <p:blipFill>
          <a:blip r:embed="rId4"/>
          <a:srcRect/>
          <a:stretch/>
        </p:blipFill>
        <p:spPr>
          <a:xfrm>
            <a:off x="10405782" y="944803"/>
            <a:ext cx="3572435" cy="3566980"/>
          </a:xfrm>
          <a:prstGeom prst="rect">
            <a:avLst/>
          </a:prstGeom>
        </p:spPr>
      </p:pic>
      <p:sp>
        <p:nvSpPr>
          <p:cNvPr id="4" name="Rounded Rectangle 3">
            <a:extLst>
              <a:ext uri="{FF2B5EF4-FFF2-40B4-BE49-F238E27FC236}">
                <a16:creationId xmlns:a16="http://schemas.microsoft.com/office/drawing/2014/main" id="{2E0CD03D-BF27-E0C2-C3DE-16C26321AC02}"/>
              </a:ext>
            </a:extLst>
          </p:cNvPr>
          <p:cNvSpPr/>
          <p:nvPr userDrawn="1"/>
        </p:nvSpPr>
        <p:spPr>
          <a:xfrm>
            <a:off x="11159985" y="6174604"/>
            <a:ext cx="1298715" cy="931488"/>
          </a:xfrm>
          <a:prstGeom prst="roundRect">
            <a:avLst>
              <a:gd name="adj" fmla="val 34426"/>
            </a:avLst>
          </a:prstGeom>
          <a:noFill/>
          <a:ln w="9525">
            <a:solidFill>
              <a:srgbClr val="0629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5">
            <a:extLst>
              <a:ext uri="{FF2B5EF4-FFF2-40B4-BE49-F238E27FC236}">
                <a16:creationId xmlns:a16="http://schemas.microsoft.com/office/drawing/2014/main" id="{871390C9-6FA6-0582-80FE-B7C9B5BEFAF9}"/>
              </a:ext>
            </a:extLst>
          </p:cNvPr>
          <p:cNvSpPr>
            <a:spLocks noGrp="1"/>
          </p:cNvSpPr>
          <p:nvPr>
            <p:ph type="sldNum" sz="quarter" idx="4"/>
          </p:nvPr>
        </p:nvSpPr>
        <p:spPr>
          <a:xfrm>
            <a:off x="11088476" y="6461968"/>
            <a:ext cx="549341" cy="153888"/>
          </a:xfrm>
          <a:prstGeom prst="rect">
            <a:avLst/>
          </a:prstGeom>
        </p:spPr>
        <p:txBody>
          <a:bodyPr vert="horz" wrap="square" lIns="0" tIns="0" rIns="0" bIns="0" rtlCol="0" anchor="ctr">
            <a:spAutoFit/>
          </a:bodyPr>
          <a:lstStyle>
            <a:lvl1pPr algn="r">
              <a:defRPr sz="1000" b="0" i="0">
                <a:solidFill>
                  <a:srgbClr val="E0E8F7"/>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fld id="{1B377F6A-2966-294D-95D7-FBB58FDBE7CB}" type="slidenum">
              <a:rPr lang="en-US" smtClean="0"/>
              <a:pPr/>
              <a:t>‹#›</a:t>
            </a:fld>
            <a:endParaRPr lang="en-US"/>
          </a:p>
        </p:txBody>
      </p:sp>
      <p:sp>
        <p:nvSpPr>
          <p:cNvPr id="6" name="Rounded Rectangle 5">
            <a:extLst>
              <a:ext uri="{FF2B5EF4-FFF2-40B4-BE49-F238E27FC236}">
                <a16:creationId xmlns:a16="http://schemas.microsoft.com/office/drawing/2014/main" id="{7A199661-3BA7-E2BC-CC90-E0EB0694B282}"/>
              </a:ext>
            </a:extLst>
          </p:cNvPr>
          <p:cNvSpPr/>
          <p:nvPr userDrawn="1"/>
        </p:nvSpPr>
        <p:spPr>
          <a:xfrm>
            <a:off x="-376058" y="6252425"/>
            <a:ext cx="4114800" cy="931488"/>
          </a:xfrm>
          <a:prstGeom prst="roundRect">
            <a:avLst>
              <a:gd name="adj" fmla="val 34426"/>
            </a:avLst>
          </a:prstGeom>
          <a:noFill/>
          <a:ln w="9525">
            <a:solidFill>
              <a:srgbClr val="0629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ADEB5DB8-87F8-6159-8FDF-B3D3464510ED}"/>
              </a:ext>
            </a:extLst>
          </p:cNvPr>
          <p:cNvSpPr/>
          <p:nvPr userDrawn="1"/>
        </p:nvSpPr>
        <p:spPr>
          <a:xfrm>
            <a:off x="0" y="6792686"/>
            <a:ext cx="12192000" cy="65314"/>
          </a:xfrm>
          <a:prstGeom prst="rect">
            <a:avLst/>
          </a:prstGeom>
          <a:gradFill flip="none" rotWithShape="1">
            <a:gsLst>
              <a:gs pos="100000">
                <a:schemeClr val="bg1"/>
              </a:gs>
              <a:gs pos="0">
                <a:srgbClr val="CFE2F3"/>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ooter Placeholder 4">
            <a:extLst>
              <a:ext uri="{FF2B5EF4-FFF2-40B4-BE49-F238E27FC236}">
                <a16:creationId xmlns:a16="http://schemas.microsoft.com/office/drawing/2014/main" id="{47A178D5-C017-8731-243C-46489A1FB596}"/>
              </a:ext>
            </a:extLst>
          </p:cNvPr>
          <p:cNvSpPr>
            <a:spLocks noGrp="1"/>
          </p:cNvSpPr>
          <p:nvPr>
            <p:ph type="ftr" sz="quarter" idx="3"/>
          </p:nvPr>
        </p:nvSpPr>
        <p:spPr>
          <a:xfrm>
            <a:off x="540000" y="6461968"/>
            <a:ext cx="3078186" cy="153888"/>
          </a:xfrm>
          <a:prstGeom prst="rect">
            <a:avLst/>
          </a:prstGeom>
        </p:spPr>
        <p:txBody>
          <a:bodyPr vert="horz" wrap="square" lIns="0" tIns="0" rIns="0" bIns="0" rtlCol="0" anchor="ctr">
            <a:spAutoFit/>
          </a:bodyPr>
          <a:lstStyle>
            <a:lvl1pPr algn="l">
              <a:defRPr sz="1000" b="0" i="0">
                <a:solidFill>
                  <a:srgbClr val="CFE2F3"/>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a:t>©</a:t>
            </a:r>
            <a:fld id="{3FEB6F09-2C38-294C-994A-AB349969DE87}" type="datetimeyyyy">
              <a:rPr lang="en-GB" smtClean="0"/>
              <a:pPr/>
              <a:t>2026</a:t>
            </a:fld>
            <a:r>
              <a:rPr lang="en-US"/>
              <a:t> TrustFlight Ltd. All rights reserved. </a:t>
            </a:r>
            <a:endParaRPr lang="en-US" dirty="0"/>
          </a:p>
        </p:txBody>
      </p:sp>
      <p:sp>
        <p:nvSpPr>
          <p:cNvPr id="11" name="Rounded Rectangle 10">
            <a:extLst>
              <a:ext uri="{FF2B5EF4-FFF2-40B4-BE49-F238E27FC236}">
                <a16:creationId xmlns:a16="http://schemas.microsoft.com/office/drawing/2014/main" id="{561C64DD-CC35-A65A-2577-526196156C6B}"/>
              </a:ext>
            </a:extLst>
          </p:cNvPr>
          <p:cNvSpPr/>
          <p:nvPr userDrawn="1"/>
        </p:nvSpPr>
        <p:spPr>
          <a:xfrm>
            <a:off x="10122413" y="-286510"/>
            <a:ext cx="2393437" cy="1338196"/>
          </a:xfrm>
          <a:prstGeom prst="roundRect">
            <a:avLst>
              <a:gd name="adj" fmla="val 23908"/>
            </a:avLst>
          </a:prstGeom>
          <a:noFill/>
          <a:ln w="9525">
            <a:solidFill>
              <a:srgbClr val="0629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87358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ark - Section Break">
    <p:bg>
      <p:bgPr>
        <a:gradFill>
          <a:gsLst>
            <a:gs pos="0">
              <a:srgbClr val="010306"/>
            </a:gs>
            <a:gs pos="100000">
              <a:srgbClr val="031022"/>
            </a:gs>
          </a:gsLst>
          <a:lin ang="3000000" scaled="0"/>
        </a:gra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9442DE2E-5B8F-6CE4-54C3-E6157C4753EB}"/>
              </a:ext>
            </a:extLst>
          </p:cNvPr>
          <p:cNvGrpSpPr/>
          <p:nvPr userDrawn="1"/>
        </p:nvGrpSpPr>
        <p:grpSpPr>
          <a:xfrm>
            <a:off x="5847453" y="-1193426"/>
            <a:ext cx="9244853" cy="9244853"/>
            <a:chOff x="7566920" y="-1193426"/>
            <a:chExt cx="9244853" cy="9244853"/>
          </a:xfrm>
        </p:grpSpPr>
        <p:pic>
          <p:nvPicPr>
            <p:cNvPr id="7" name="Picture 6" descr="A blue circles on a black background&#10;&#10;AI-generated content may be incorrect.">
              <a:extLst>
                <a:ext uri="{FF2B5EF4-FFF2-40B4-BE49-F238E27FC236}">
                  <a16:creationId xmlns:a16="http://schemas.microsoft.com/office/drawing/2014/main" id="{D08A3E1C-39F1-8078-A76D-1AC7E9712D02}"/>
                </a:ext>
              </a:extLst>
            </p:cNvPr>
            <p:cNvPicPr>
              <a:picLocks noChangeAspect="1"/>
            </p:cNvPicPr>
            <p:nvPr userDrawn="1"/>
          </p:nvPicPr>
          <p:blipFill>
            <a:blip r:embed="rId2"/>
            <a:stretch>
              <a:fillRect/>
            </a:stretch>
          </p:blipFill>
          <p:spPr>
            <a:xfrm>
              <a:off x="7566920" y="-1193426"/>
              <a:ext cx="9244853" cy="9244853"/>
            </a:xfrm>
            <a:prstGeom prst="rect">
              <a:avLst/>
            </a:prstGeom>
          </p:spPr>
        </p:pic>
        <p:pic>
          <p:nvPicPr>
            <p:cNvPr id="11" name="Picture 10" descr="A blue and white airplane&#10;&#10;AI-generated content may be incorrect.">
              <a:extLst>
                <a:ext uri="{FF2B5EF4-FFF2-40B4-BE49-F238E27FC236}">
                  <a16:creationId xmlns:a16="http://schemas.microsoft.com/office/drawing/2014/main" id="{0AFF6174-8FD9-567F-5F1F-3CDA80E82EB4}"/>
                </a:ext>
              </a:extLst>
            </p:cNvPr>
            <p:cNvPicPr>
              <a:picLocks noChangeAspect="1"/>
            </p:cNvPicPr>
            <p:nvPr userDrawn="1"/>
          </p:nvPicPr>
          <p:blipFill>
            <a:blip r:embed="rId3"/>
            <a:stretch>
              <a:fillRect/>
            </a:stretch>
          </p:blipFill>
          <p:spPr>
            <a:xfrm rot="19769839">
              <a:off x="9528378" y="4474031"/>
              <a:ext cx="629917" cy="668816"/>
            </a:xfrm>
            <a:prstGeom prst="rect">
              <a:avLst/>
            </a:prstGeom>
          </p:spPr>
        </p:pic>
        <p:pic>
          <p:nvPicPr>
            <p:cNvPr id="13" name="Picture 12" descr="A blue airplane on a black background&#10;&#10;AI-generated content may be incorrect.">
              <a:extLst>
                <a:ext uri="{FF2B5EF4-FFF2-40B4-BE49-F238E27FC236}">
                  <a16:creationId xmlns:a16="http://schemas.microsoft.com/office/drawing/2014/main" id="{F51948AD-0172-CFE1-C964-0B7BEA9327F1}"/>
                </a:ext>
              </a:extLst>
            </p:cNvPr>
            <p:cNvPicPr>
              <a:picLocks noChangeAspect="1"/>
            </p:cNvPicPr>
            <p:nvPr userDrawn="1"/>
          </p:nvPicPr>
          <p:blipFill>
            <a:blip r:embed="rId4"/>
            <a:stretch>
              <a:fillRect/>
            </a:stretch>
          </p:blipFill>
          <p:spPr>
            <a:xfrm rot="2464015">
              <a:off x="10336371" y="1652053"/>
              <a:ext cx="742684" cy="911965"/>
            </a:xfrm>
            <a:prstGeom prst="rect">
              <a:avLst/>
            </a:prstGeom>
          </p:spPr>
        </p:pic>
        <p:pic>
          <p:nvPicPr>
            <p:cNvPr id="15" name="Picture 14" descr="A helicopter with a propeller&#10;&#10;AI-generated content may be incorrect.">
              <a:extLst>
                <a:ext uri="{FF2B5EF4-FFF2-40B4-BE49-F238E27FC236}">
                  <a16:creationId xmlns:a16="http://schemas.microsoft.com/office/drawing/2014/main" id="{D2CEBE7D-CA87-089C-194E-7DEB851CBA58}"/>
                </a:ext>
              </a:extLst>
            </p:cNvPr>
            <p:cNvPicPr>
              <a:picLocks noChangeAspect="1"/>
            </p:cNvPicPr>
            <p:nvPr userDrawn="1"/>
          </p:nvPicPr>
          <p:blipFill>
            <a:blip r:embed="rId5"/>
            <a:stretch>
              <a:fillRect/>
            </a:stretch>
          </p:blipFill>
          <p:spPr>
            <a:xfrm rot="18616815">
              <a:off x="9868220" y="5937608"/>
              <a:ext cx="516951" cy="625055"/>
            </a:xfrm>
            <a:prstGeom prst="rect">
              <a:avLst/>
            </a:prstGeom>
          </p:spPr>
        </p:pic>
      </p:grpSp>
      <p:sp>
        <p:nvSpPr>
          <p:cNvPr id="2" name="Title 1">
            <a:extLst>
              <a:ext uri="{FF2B5EF4-FFF2-40B4-BE49-F238E27FC236}">
                <a16:creationId xmlns:a16="http://schemas.microsoft.com/office/drawing/2014/main" id="{34942139-C112-631F-FC3D-9A41B326D6E5}"/>
              </a:ext>
            </a:extLst>
          </p:cNvPr>
          <p:cNvSpPr>
            <a:spLocks noGrp="1"/>
          </p:cNvSpPr>
          <p:nvPr>
            <p:ph type="title"/>
          </p:nvPr>
        </p:nvSpPr>
        <p:spPr>
          <a:xfrm>
            <a:off x="540001" y="2875002"/>
            <a:ext cx="8331626" cy="553998"/>
          </a:xfrm>
        </p:spPr>
        <p:txBody>
          <a:bodyPr/>
          <a:lstStyle>
            <a:lvl1pPr>
              <a:defRPr>
                <a:solidFill>
                  <a:srgbClr val="E0E8F7"/>
                </a:solidFill>
              </a:defRPr>
            </a:lvl1pPr>
          </a:lstStyle>
          <a:p>
            <a:r>
              <a:rPr lang="en-GB"/>
              <a:t>Click to edit Master title style</a:t>
            </a:r>
            <a:endParaRPr lang="en-US" dirty="0"/>
          </a:p>
        </p:txBody>
      </p:sp>
      <p:pic>
        <p:nvPicPr>
          <p:cNvPr id="10" name="Picture 9">
            <a:extLst>
              <a:ext uri="{FF2B5EF4-FFF2-40B4-BE49-F238E27FC236}">
                <a16:creationId xmlns:a16="http://schemas.microsoft.com/office/drawing/2014/main" id="{613B5020-2488-D66C-615B-BFB237170F7F}"/>
              </a:ext>
            </a:extLst>
          </p:cNvPr>
          <p:cNvPicPr>
            <a:picLocks noChangeAspect="1"/>
          </p:cNvPicPr>
          <p:nvPr userDrawn="1"/>
        </p:nvPicPr>
        <p:blipFill>
          <a:blip r:embed="rId6"/>
          <a:srcRect/>
          <a:stretch/>
        </p:blipFill>
        <p:spPr>
          <a:xfrm>
            <a:off x="10469880" y="552098"/>
            <a:ext cx="1167938" cy="195962"/>
          </a:xfrm>
          <a:prstGeom prst="rect">
            <a:avLst/>
          </a:prstGeom>
        </p:spPr>
      </p:pic>
      <p:sp>
        <p:nvSpPr>
          <p:cNvPr id="4" name="Slide Number Placeholder 5">
            <a:extLst>
              <a:ext uri="{FF2B5EF4-FFF2-40B4-BE49-F238E27FC236}">
                <a16:creationId xmlns:a16="http://schemas.microsoft.com/office/drawing/2014/main" id="{A2C72C0B-77D9-BCF2-79CE-2EEEB645B40E}"/>
              </a:ext>
            </a:extLst>
          </p:cNvPr>
          <p:cNvSpPr>
            <a:spLocks noGrp="1"/>
          </p:cNvSpPr>
          <p:nvPr>
            <p:ph type="sldNum" sz="quarter" idx="4"/>
          </p:nvPr>
        </p:nvSpPr>
        <p:spPr>
          <a:xfrm>
            <a:off x="11088476" y="6461968"/>
            <a:ext cx="549341" cy="153888"/>
          </a:xfrm>
          <a:prstGeom prst="rect">
            <a:avLst/>
          </a:prstGeom>
        </p:spPr>
        <p:txBody>
          <a:bodyPr vert="horz" wrap="square" lIns="0" tIns="0" rIns="0" bIns="0" rtlCol="0" anchor="ctr">
            <a:spAutoFit/>
          </a:bodyPr>
          <a:lstStyle>
            <a:lvl1pPr algn="r">
              <a:defRPr sz="1000" b="0" i="0">
                <a:solidFill>
                  <a:srgbClr val="E0E8F7"/>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fld id="{1B377F6A-2966-294D-95D7-FBB58FDBE7CB}" type="slidenum">
              <a:rPr lang="en-US" smtClean="0"/>
              <a:pPr/>
              <a:t>‹#›</a:t>
            </a:fld>
            <a:endParaRPr lang="en-US"/>
          </a:p>
        </p:txBody>
      </p:sp>
      <p:sp>
        <p:nvSpPr>
          <p:cNvPr id="18" name="Rounded Rectangle 17">
            <a:extLst>
              <a:ext uri="{FF2B5EF4-FFF2-40B4-BE49-F238E27FC236}">
                <a16:creationId xmlns:a16="http://schemas.microsoft.com/office/drawing/2014/main" id="{6A235382-B2F0-543D-52FA-037B0B803308}"/>
              </a:ext>
            </a:extLst>
          </p:cNvPr>
          <p:cNvSpPr/>
          <p:nvPr userDrawn="1"/>
        </p:nvSpPr>
        <p:spPr>
          <a:xfrm rot="5400000">
            <a:off x="-637538" y="2802195"/>
            <a:ext cx="1415978" cy="699612"/>
          </a:xfrm>
          <a:prstGeom prst="roundRect">
            <a:avLst>
              <a:gd name="adj" fmla="val 39925"/>
            </a:avLst>
          </a:prstGeom>
          <a:noFill/>
          <a:ln w="9525">
            <a:solidFill>
              <a:srgbClr val="0629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ounded Rectangle 19">
            <a:extLst>
              <a:ext uri="{FF2B5EF4-FFF2-40B4-BE49-F238E27FC236}">
                <a16:creationId xmlns:a16="http://schemas.microsoft.com/office/drawing/2014/main" id="{37C9A04B-12B5-AFA9-D297-C3091944C788}"/>
              </a:ext>
            </a:extLst>
          </p:cNvPr>
          <p:cNvSpPr/>
          <p:nvPr userDrawn="1"/>
        </p:nvSpPr>
        <p:spPr>
          <a:xfrm>
            <a:off x="11159985" y="6174604"/>
            <a:ext cx="1298715" cy="931488"/>
          </a:xfrm>
          <a:prstGeom prst="roundRect">
            <a:avLst>
              <a:gd name="adj" fmla="val 34426"/>
            </a:avLst>
          </a:prstGeom>
          <a:noFill/>
          <a:ln w="9525">
            <a:solidFill>
              <a:srgbClr val="0629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46ECB326-8166-1AE2-CEFB-55D4F5159F1B}"/>
              </a:ext>
            </a:extLst>
          </p:cNvPr>
          <p:cNvSpPr/>
          <p:nvPr userDrawn="1"/>
        </p:nvSpPr>
        <p:spPr>
          <a:xfrm>
            <a:off x="-376058" y="6252425"/>
            <a:ext cx="4114800" cy="931488"/>
          </a:xfrm>
          <a:prstGeom prst="roundRect">
            <a:avLst>
              <a:gd name="adj" fmla="val 34426"/>
            </a:avLst>
          </a:prstGeom>
          <a:noFill/>
          <a:ln w="9525">
            <a:solidFill>
              <a:srgbClr val="0629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79127F0-7558-55A0-C85A-D692B3C4C67B}"/>
              </a:ext>
            </a:extLst>
          </p:cNvPr>
          <p:cNvSpPr/>
          <p:nvPr userDrawn="1"/>
        </p:nvSpPr>
        <p:spPr>
          <a:xfrm>
            <a:off x="0" y="6792686"/>
            <a:ext cx="12192000" cy="65314"/>
          </a:xfrm>
          <a:prstGeom prst="rect">
            <a:avLst/>
          </a:prstGeom>
          <a:gradFill flip="none" rotWithShape="1">
            <a:gsLst>
              <a:gs pos="100000">
                <a:schemeClr val="bg1"/>
              </a:gs>
              <a:gs pos="0">
                <a:srgbClr val="CFE2F3"/>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4">
            <a:extLst>
              <a:ext uri="{FF2B5EF4-FFF2-40B4-BE49-F238E27FC236}">
                <a16:creationId xmlns:a16="http://schemas.microsoft.com/office/drawing/2014/main" id="{C2667696-9A43-5FB6-5308-963F3862BAE8}"/>
              </a:ext>
            </a:extLst>
          </p:cNvPr>
          <p:cNvSpPr>
            <a:spLocks noGrp="1"/>
          </p:cNvSpPr>
          <p:nvPr>
            <p:ph type="ftr" sz="quarter" idx="3"/>
          </p:nvPr>
        </p:nvSpPr>
        <p:spPr>
          <a:xfrm>
            <a:off x="540000" y="6461968"/>
            <a:ext cx="3078186" cy="153888"/>
          </a:xfrm>
          <a:prstGeom prst="rect">
            <a:avLst/>
          </a:prstGeom>
        </p:spPr>
        <p:txBody>
          <a:bodyPr vert="horz" wrap="square" lIns="0" tIns="0" rIns="0" bIns="0" rtlCol="0" anchor="ctr">
            <a:spAutoFit/>
          </a:bodyPr>
          <a:lstStyle>
            <a:lvl1pPr algn="l">
              <a:defRPr sz="1000" b="0" i="0">
                <a:solidFill>
                  <a:srgbClr val="CFE2F3"/>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a:t>©</a:t>
            </a:r>
            <a:fld id="{3FEB6F09-2C38-294C-994A-AB349969DE87}" type="datetimeyyyy">
              <a:rPr lang="en-GB" smtClean="0"/>
              <a:pPr/>
              <a:t>2026</a:t>
            </a:fld>
            <a:r>
              <a:rPr lang="en-US"/>
              <a:t> TrustFlight Ltd. All rights reserved. </a:t>
            </a:r>
            <a:endParaRPr lang="en-US" dirty="0"/>
          </a:p>
        </p:txBody>
      </p:sp>
      <p:sp>
        <p:nvSpPr>
          <p:cNvPr id="8" name="Rounded Rectangle 7">
            <a:extLst>
              <a:ext uri="{FF2B5EF4-FFF2-40B4-BE49-F238E27FC236}">
                <a16:creationId xmlns:a16="http://schemas.microsoft.com/office/drawing/2014/main" id="{159CA074-5E60-E37C-1BCC-1B8AEC939F30}"/>
              </a:ext>
            </a:extLst>
          </p:cNvPr>
          <p:cNvSpPr/>
          <p:nvPr userDrawn="1"/>
        </p:nvSpPr>
        <p:spPr>
          <a:xfrm>
            <a:off x="10122413" y="-286510"/>
            <a:ext cx="2393437" cy="1338196"/>
          </a:xfrm>
          <a:prstGeom prst="roundRect">
            <a:avLst>
              <a:gd name="adj" fmla="val 23908"/>
            </a:avLst>
          </a:prstGeom>
          <a:noFill/>
          <a:ln w="9525">
            <a:solidFill>
              <a:srgbClr val="0629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2357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ark - End">
    <p:bg>
      <p:bgPr>
        <a:gradFill>
          <a:gsLst>
            <a:gs pos="0">
              <a:srgbClr val="010306"/>
            </a:gs>
            <a:gs pos="100000">
              <a:srgbClr val="031022"/>
            </a:gs>
          </a:gsLst>
          <a:lin ang="3000000" scaled="0"/>
        </a:gradFill>
        <a:effectLst/>
      </p:bgPr>
    </p:bg>
    <p:spTree>
      <p:nvGrpSpPr>
        <p:cNvPr id="1" name=""/>
        <p:cNvGrpSpPr/>
        <p:nvPr/>
      </p:nvGrpSpPr>
      <p:grpSpPr>
        <a:xfrm>
          <a:off x="0" y="0"/>
          <a:ext cx="0" cy="0"/>
          <a:chOff x="0" y="0"/>
          <a:chExt cx="0" cy="0"/>
        </a:xfrm>
      </p:grpSpPr>
      <p:pic>
        <p:nvPicPr>
          <p:cNvPr id="4" name="Picture 3" descr="A blue and black dotted surface&#10;&#10;AI-generated content may be incorrect.">
            <a:extLst>
              <a:ext uri="{FF2B5EF4-FFF2-40B4-BE49-F238E27FC236}">
                <a16:creationId xmlns:a16="http://schemas.microsoft.com/office/drawing/2014/main" id="{4DFC67AA-671B-76C7-F859-AFBE58C418E9}"/>
              </a:ext>
            </a:extLst>
          </p:cNvPr>
          <p:cNvPicPr>
            <a:picLocks noChangeAspect="1"/>
          </p:cNvPicPr>
          <p:nvPr userDrawn="1"/>
        </p:nvPicPr>
        <p:blipFill>
          <a:blip r:embed="rId2">
            <a:alphaModFix amt="50000"/>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4942139-C112-631F-FC3D-9A41B326D6E5}"/>
              </a:ext>
            </a:extLst>
          </p:cNvPr>
          <p:cNvSpPr>
            <a:spLocks noGrp="1"/>
          </p:cNvSpPr>
          <p:nvPr>
            <p:ph type="title" hasCustomPrompt="1"/>
          </p:nvPr>
        </p:nvSpPr>
        <p:spPr>
          <a:xfrm>
            <a:off x="1418956" y="2345582"/>
            <a:ext cx="9354088" cy="747897"/>
          </a:xfrm>
        </p:spPr>
        <p:txBody>
          <a:bodyPr/>
          <a:lstStyle>
            <a:lvl1pPr algn="ctr">
              <a:defRPr sz="5400">
                <a:solidFill>
                  <a:srgbClr val="E0E8F7"/>
                </a:solidFill>
              </a:defRPr>
            </a:lvl1pPr>
          </a:lstStyle>
          <a:p>
            <a:r>
              <a:rPr lang="en-GB" dirty="0"/>
              <a:t>Thank You!</a:t>
            </a:r>
            <a:endParaRPr lang="en-US" dirty="0"/>
          </a:p>
        </p:txBody>
      </p:sp>
      <p:sp>
        <p:nvSpPr>
          <p:cNvPr id="7" name="Rounded Rectangle 6">
            <a:extLst>
              <a:ext uri="{FF2B5EF4-FFF2-40B4-BE49-F238E27FC236}">
                <a16:creationId xmlns:a16="http://schemas.microsoft.com/office/drawing/2014/main" id="{AEC83743-15DF-5215-1335-C457954F0AC8}"/>
              </a:ext>
            </a:extLst>
          </p:cNvPr>
          <p:cNvSpPr/>
          <p:nvPr userDrawn="1"/>
        </p:nvSpPr>
        <p:spPr>
          <a:xfrm rot="5400000">
            <a:off x="2272161" y="-700159"/>
            <a:ext cx="4633756" cy="13199636"/>
          </a:xfrm>
          <a:prstGeom prst="roundRect">
            <a:avLst>
              <a:gd name="adj" fmla="val 26228"/>
            </a:avLst>
          </a:prstGeom>
          <a:noFill/>
          <a:ln w="9525">
            <a:solidFill>
              <a:srgbClr val="0629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909C35C-5F72-B478-0976-9BA5B70B3AF9}"/>
              </a:ext>
            </a:extLst>
          </p:cNvPr>
          <p:cNvSpPr/>
          <p:nvPr userDrawn="1"/>
        </p:nvSpPr>
        <p:spPr>
          <a:xfrm>
            <a:off x="0" y="6792686"/>
            <a:ext cx="12192000" cy="65314"/>
          </a:xfrm>
          <a:prstGeom prst="rect">
            <a:avLst/>
          </a:prstGeom>
          <a:gradFill flip="none" rotWithShape="1">
            <a:gsLst>
              <a:gs pos="100000">
                <a:schemeClr val="bg1"/>
              </a:gs>
              <a:gs pos="0">
                <a:srgbClr val="CFE2F3"/>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2148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Light - Main">
    <p:bg>
      <p:bgPr>
        <a:solidFill>
          <a:srgbClr val="DFF3FD">
            <a:alpha val="50000"/>
          </a:srgbClr>
        </a:solidFill>
        <a:effectLst/>
      </p:bgPr>
    </p:bg>
    <p:spTree>
      <p:nvGrpSpPr>
        <p:cNvPr id="1" name=""/>
        <p:cNvGrpSpPr/>
        <p:nvPr/>
      </p:nvGrpSpPr>
      <p:grpSpPr>
        <a:xfrm>
          <a:off x="0" y="0"/>
          <a:ext cx="0" cy="0"/>
          <a:chOff x="0" y="0"/>
          <a:chExt cx="0" cy="0"/>
        </a:xfrm>
      </p:grpSpPr>
      <p:sp>
        <p:nvSpPr>
          <p:cNvPr id="12" name="Rounded Rectangle 11">
            <a:extLst>
              <a:ext uri="{FF2B5EF4-FFF2-40B4-BE49-F238E27FC236}">
                <a16:creationId xmlns:a16="http://schemas.microsoft.com/office/drawing/2014/main" id="{529C9826-0CE3-7C4B-D683-A1C19C6957AA}"/>
              </a:ext>
            </a:extLst>
          </p:cNvPr>
          <p:cNvSpPr/>
          <p:nvPr userDrawn="1"/>
        </p:nvSpPr>
        <p:spPr>
          <a:xfrm rot="5400000">
            <a:off x="-637538" y="701880"/>
            <a:ext cx="1415978" cy="699612"/>
          </a:xfrm>
          <a:prstGeom prst="roundRect">
            <a:avLst>
              <a:gd name="adj" fmla="val 39925"/>
            </a:avLst>
          </a:prstGeom>
          <a:noFill/>
          <a:ln w="9525">
            <a:solidFill>
              <a:srgbClr val="CFE2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4942139-C112-631F-FC3D-9A41B326D6E5}"/>
              </a:ext>
            </a:extLst>
          </p:cNvPr>
          <p:cNvSpPr>
            <a:spLocks noGrp="1"/>
          </p:cNvSpPr>
          <p:nvPr>
            <p:ph type="title"/>
          </p:nvPr>
        </p:nvSpPr>
        <p:spPr>
          <a:xfrm>
            <a:off x="540000" y="774000"/>
            <a:ext cx="9462670" cy="553998"/>
          </a:xfrm>
        </p:spPr>
        <p:txBody>
          <a:bodyPr>
            <a:spAutoFit/>
          </a:bodyPr>
          <a:lstStyle>
            <a:lvl1pPr>
              <a:defRPr>
                <a:solidFill>
                  <a:srgbClr val="062955"/>
                </a:solidFill>
              </a:defRPr>
            </a:lvl1p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0C3D6288-9E17-B744-8198-AA89061BFD70}"/>
              </a:ext>
            </a:extLst>
          </p:cNvPr>
          <p:cNvSpPr>
            <a:spLocks noGrp="1"/>
          </p:cNvSpPr>
          <p:nvPr>
            <p:ph idx="1"/>
          </p:nvPr>
        </p:nvSpPr>
        <p:spPr>
          <a:xfrm>
            <a:off x="540000" y="1685446"/>
            <a:ext cx="9462670" cy="1189556"/>
          </a:xfrm>
          <a:prstGeom prst="rect">
            <a:avLst/>
          </a:prstGeom>
        </p:spPr>
        <p:txBody>
          <a:bodyPr lIns="0" tIns="0" rIns="0" bIns="0">
            <a:spAutoFit/>
          </a:bodyPr>
          <a:lstStyle>
            <a:lvl1pPr>
              <a:defRPr sz="1800">
                <a:solidFill>
                  <a:srgbClr val="242D41"/>
                </a:solidFill>
              </a:defRPr>
            </a:lvl1pPr>
            <a:lvl2pPr>
              <a:defRPr sz="1800">
                <a:solidFill>
                  <a:srgbClr val="242D41"/>
                </a:solidFill>
              </a:defRPr>
            </a:lvl2pPr>
            <a:lvl3pPr>
              <a:defRPr sz="1800">
                <a:solidFill>
                  <a:srgbClr val="242D41"/>
                </a:solidFill>
              </a:defRPr>
            </a:lvl3pPr>
            <a:lvl4pPr>
              <a:defRPr sz="1800">
                <a:solidFill>
                  <a:srgbClr val="242D41"/>
                </a:solidFill>
              </a:defRPr>
            </a:lvl4pPr>
            <a:lvl5pPr>
              <a:defRPr>
                <a:solidFill>
                  <a:srgbClr val="242D41"/>
                </a:solidFill>
              </a:defRPr>
            </a:lvl5pPr>
          </a:lstStyle>
          <a:p>
            <a:pPr lvl="0"/>
            <a:r>
              <a:rPr lang="en-GB"/>
              <a:t>Click to edit Master text styles</a:t>
            </a:r>
          </a:p>
          <a:p>
            <a:pPr lvl="1"/>
            <a:r>
              <a:rPr lang="en-GB"/>
              <a:t>Second level</a:t>
            </a:r>
          </a:p>
          <a:p>
            <a:pPr lvl="2"/>
            <a:r>
              <a:rPr lang="en-GB"/>
              <a:t>Third level</a:t>
            </a:r>
          </a:p>
          <a:p>
            <a:pPr lvl="3"/>
            <a:r>
              <a:rPr lang="en-GB"/>
              <a:t>Fourth level</a:t>
            </a:r>
          </a:p>
        </p:txBody>
      </p:sp>
      <p:pic>
        <p:nvPicPr>
          <p:cNvPr id="10" name="Picture 9">
            <a:extLst>
              <a:ext uri="{FF2B5EF4-FFF2-40B4-BE49-F238E27FC236}">
                <a16:creationId xmlns:a16="http://schemas.microsoft.com/office/drawing/2014/main" id="{613B5020-2488-D66C-615B-BFB237170F7F}"/>
              </a:ext>
            </a:extLst>
          </p:cNvPr>
          <p:cNvPicPr>
            <a:picLocks noChangeAspect="1"/>
          </p:cNvPicPr>
          <p:nvPr userDrawn="1"/>
        </p:nvPicPr>
        <p:blipFill>
          <a:blip r:embed="rId2"/>
          <a:srcRect/>
          <a:stretch/>
        </p:blipFill>
        <p:spPr>
          <a:xfrm>
            <a:off x="10469880" y="553451"/>
            <a:ext cx="1167938" cy="193255"/>
          </a:xfrm>
          <a:prstGeom prst="rect">
            <a:avLst/>
          </a:prstGeom>
        </p:spPr>
      </p:pic>
      <p:sp>
        <p:nvSpPr>
          <p:cNvPr id="15" name="Rounded Rectangle 14">
            <a:extLst>
              <a:ext uri="{FF2B5EF4-FFF2-40B4-BE49-F238E27FC236}">
                <a16:creationId xmlns:a16="http://schemas.microsoft.com/office/drawing/2014/main" id="{402E0BCD-F9C8-0CB4-7C9E-0C8D74EBD01D}"/>
              </a:ext>
            </a:extLst>
          </p:cNvPr>
          <p:cNvSpPr/>
          <p:nvPr userDrawn="1"/>
        </p:nvSpPr>
        <p:spPr>
          <a:xfrm>
            <a:off x="10122413" y="-286510"/>
            <a:ext cx="2393437" cy="1338196"/>
          </a:xfrm>
          <a:prstGeom prst="roundRect">
            <a:avLst>
              <a:gd name="adj" fmla="val 23908"/>
            </a:avLst>
          </a:prstGeom>
          <a:noFill/>
          <a:ln w="9525">
            <a:solidFill>
              <a:srgbClr val="CFE2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532DF6B7-C760-0F07-2E67-9F27DA8ADABB}"/>
              </a:ext>
            </a:extLst>
          </p:cNvPr>
          <p:cNvSpPr/>
          <p:nvPr userDrawn="1"/>
        </p:nvSpPr>
        <p:spPr>
          <a:xfrm>
            <a:off x="11159985" y="6174604"/>
            <a:ext cx="1298715" cy="931488"/>
          </a:xfrm>
          <a:prstGeom prst="roundRect">
            <a:avLst>
              <a:gd name="adj" fmla="val 34426"/>
            </a:avLst>
          </a:prstGeom>
          <a:noFill/>
          <a:ln w="9525">
            <a:solidFill>
              <a:srgbClr val="CFE2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5">
            <a:extLst>
              <a:ext uri="{FF2B5EF4-FFF2-40B4-BE49-F238E27FC236}">
                <a16:creationId xmlns:a16="http://schemas.microsoft.com/office/drawing/2014/main" id="{A2C72C0B-77D9-BCF2-79CE-2EEEB645B40E}"/>
              </a:ext>
            </a:extLst>
          </p:cNvPr>
          <p:cNvSpPr>
            <a:spLocks noGrp="1"/>
          </p:cNvSpPr>
          <p:nvPr>
            <p:ph type="sldNum" sz="quarter" idx="4"/>
          </p:nvPr>
        </p:nvSpPr>
        <p:spPr>
          <a:xfrm>
            <a:off x="11088476" y="6461968"/>
            <a:ext cx="549341" cy="153888"/>
          </a:xfrm>
          <a:prstGeom prst="rect">
            <a:avLst/>
          </a:prstGeom>
        </p:spPr>
        <p:txBody>
          <a:bodyPr vert="horz" wrap="square" lIns="0" tIns="0" rIns="0" bIns="0" rtlCol="0" anchor="ctr">
            <a:spAutoFit/>
          </a:bodyPr>
          <a:lstStyle>
            <a:lvl1pPr algn="r">
              <a:defRPr sz="1000" b="0" i="0">
                <a:solidFill>
                  <a:srgbClr val="242D4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fld id="{1B377F6A-2966-294D-95D7-FBB58FDBE7CB}" type="slidenum">
              <a:rPr lang="en-US" smtClean="0"/>
              <a:pPr/>
              <a:t>‹#›</a:t>
            </a:fld>
            <a:endParaRPr lang="en-US"/>
          </a:p>
        </p:txBody>
      </p:sp>
      <p:sp>
        <p:nvSpPr>
          <p:cNvPr id="21" name="Rounded Rectangle 20">
            <a:extLst>
              <a:ext uri="{FF2B5EF4-FFF2-40B4-BE49-F238E27FC236}">
                <a16:creationId xmlns:a16="http://schemas.microsoft.com/office/drawing/2014/main" id="{30D52FC8-8236-AECC-B519-C009E49B7A4A}"/>
              </a:ext>
            </a:extLst>
          </p:cNvPr>
          <p:cNvSpPr/>
          <p:nvPr userDrawn="1"/>
        </p:nvSpPr>
        <p:spPr>
          <a:xfrm>
            <a:off x="-376058" y="6252425"/>
            <a:ext cx="4114800" cy="931488"/>
          </a:xfrm>
          <a:prstGeom prst="roundRect">
            <a:avLst>
              <a:gd name="adj" fmla="val 34426"/>
            </a:avLst>
          </a:prstGeom>
          <a:noFill/>
          <a:ln w="9525">
            <a:solidFill>
              <a:srgbClr val="CFE2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ooter Placeholder 4">
            <a:extLst>
              <a:ext uri="{FF2B5EF4-FFF2-40B4-BE49-F238E27FC236}">
                <a16:creationId xmlns:a16="http://schemas.microsoft.com/office/drawing/2014/main" id="{CF6A1B11-944C-82E4-2E07-5BF2F9797EFA}"/>
              </a:ext>
            </a:extLst>
          </p:cNvPr>
          <p:cNvSpPr>
            <a:spLocks noGrp="1"/>
          </p:cNvSpPr>
          <p:nvPr>
            <p:ph type="ftr" sz="quarter" idx="3"/>
          </p:nvPr>
        </p:nvSpPr>
        <p:spPr>
          <a:xfrm>
            <a:off x="540000" y="6461968"/>
            <a:ext cx="3078186" cy="153888"/>
          </a:xfrm>
          <a:prstGeom prst="rect">
            <a:avLst/>
          </a:prstGeom>
        </p:spPr>
        <p:txBody>
          <a:bodyPr vert="horz" wrap="square" lIns="0" tIns="0" rIns="0" bIns="0" rtlCol="0" anchor="ctr">
            <a:spAutoFit/>
          </a:bodyPr>
          <a:lstStyle>
            <a:lvl1pPr algn="l">
              <a:defRPr sz="1000" b="0" i="0">
                <a:solidFill>
                  <a:srgbClr val="242D4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dirty="0"/>
              <a:t>©</a:t>
            </a:r>
            <a:fld id="{3FEB6F09-2C38-294C-994A-AB349969DE87}" type="datetimeyyyy">
              <a:rPr lang="en-GB" smtClean="0"/>
              <a:pPr/>
              <a:t>2026</a:t>
            </a:fld>
            <a:r>
              <a:rPr lang="en-US" dirty="0"/>
              <a:t> </a:t>
            </a:r>
            <a:r>
              <a:rPr lang="en-US" dirty="0" err="1"/>
              <a:t>TrustFlight</a:t>
            </a:r>
            <a:r>
              <a:rPr lang="en-US" dirty="0"/>
              <a:t> Ltd. All rights reserved. </a:t>
            </a:r>
          </a:p>
        </p:txBody>
      </p:sp>
      <p:sp>
        <p:nvSpPr>
          <p:cNvPr id="13" name="Rectangle 12">
            <a:extLst>
              <a:ext uri="{FF2B5EF4-FFF2-40B4-BE49-F238E27FC236}">
                <a16:creationId xmlns:a16="http://schemas.microsoft.com/office/drawing/2014/main" id="{F05AE6FB-A7F7-1E30-2469-9359A92D13E2}"/>
              </a:ext>
            </a:extLst>
          </p:cNvPr>
          <p:cNvSpPr/>
          <p:nvPr userDrawn="1"/>
        </p:nvSpPr>
        <p:spPr>
          <a:xfrm>
            <a:off x="0" y="6792686"/>
            <a:ext cx="12192000" cy="65314"/>
          </a:xfrm>
          <a:prstGeom prst="rect">
            <a:avLst/>
          </a:prstGeom>
          <a:gradFill flip="none" rotWithShape="1">
            <a:gsLst>
              <a:gs pos="100000">
                <a:srgbClr val="083976"/>
              </a:gs>
              <a:gs pos="0">
                <a:srgbClr val="051B38"/>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75178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Dark - Horizontal Split">
    <p:bg>
      <p:bgPr>
        <a:solidFill>
          <a:srgbClr val="DFF3FD">
            <a:alpha val="50000"/>
          </a:srgb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00F2557-1A29-544E-CDEF-6423CE8C59D9}"/>
              </a:ext>
            </a:extLst>
          </p:cNvPr>
          <p:cNvSpPr/>
          <p:nvPr userDrawn="1"/>
        </p:nvSpPr>
        <p:spPr>
          <a:xfrm>
            <a:off x="0" y="0"/>
            <a:ext cx="12192000" cy="3666931"/>
          </a:xfrm>
          <a:prstGeom prst="rect">
            <a:avLst/>
          </a:prstGeom>
          <a:solidFill>
            <a:srgbClr val="0310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532DF6B7-C760-0F07-2E67-9F27DA8ADABB}"/>
              </a:ext>
            </a:extLst>
          </p:cNvPr>
          <p:cNvSpPr/>
          <p:nvPr userDrawn="1"/>
        </p:nvSpPr>
        <p:spPr>
          <a:xfrm>
            <a:off x="11159985" y="6174604"/>
            <a:ext cx="1298715" cy="931488"/>
          </a:xfrm>
          <a:prstGeom prst="roundRect">
            <a:avLst>
              <a:gd name="adj" fmla="val 34426"/>
            </a:avLst>
          </a:prstGeom>
          <a:noFill/>
          <a:ln w="9525">
            <a:solidFill>
              <a:srgbClr val="CFE2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5">
            <a:extLst>
              <a:ext uri="{FF2B5EF4-FFF2-40B4-BE49-F238E27FC236}">
                <a16:creationId xmlns:a16="http://schemas.microsoft.com/office/drawing/2014/main" id="{A2C72C0B-77D9-BCF2-79CE-2EEEB645B40E}"/>
              </a:ext>
            </a:extLst>
          </p:cNvPr>
          <p:cNvSpPr>
            <a:spLocks noGrp="1"/>
          </p:cNvSpPr>
          <p:nvPr>
            <p:ph type="sldNum" sz="quarter" idx="4"/>
          </p:nvPr>
        </p:nvSpPr>
        <p:spPr>
          <a:xfrm>
            <a:off x="11088476" y="6461968"/>
            <a:ext cx="549341" cy="153888"/>
          </a:xfrm>
          <a:prstGeom prst="rect">
            <a:avLst/>
          </a:prstGeom>
        </p:spPr>
        <p:txBody>
          <a:bodyPr vert="horz" wrap="square" lIns="0" tIns="0" rIns="0" bIns="0" rtlCol="0" anchor="ctr">
            <a:spAutoFit/>
          </a:bodyPr>
          <a:lstStyle>
            <a:lvl1pPr algn="r">
              <a:defRPr sz="1000" b="0" i="0">
                <a:solidFill>
                  <a:srgbClr val="242D4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fld id="{1B377F6A-2966-294D-95D7-FBB58FDBE7CB}" type="slidenum">
              <a:rPr lang="en-US" smtClean="0"/>
              <a:pPr/>
              <a:t>‹#›</a:t>
            </a:fld>
            <a:endParaRPr lang="en-US"/>
          </a:p>
        </p:txBody>
      </p:sp>
      <p:sp>
        <p:nvSpPr>
          <p:cNvPr id="8" name="Rectangle 7">
            <a:extLst>
              <a:ext uri="{FF2B5EF4-FFF2-40B4-BE49-F238E27FC236}">
                <a16:creationId xmlns:a16="http://schemas.microsoft.com/office/drawing/2014/main" id="{66960C71-889C-65A6-0FC1-CE539D20D8B4}"/>
              </a:ext>
            </a:extLst>
          </p:cNvPr>
          <p:cNvSpPr/>
          <p:nvPr userDrawn="1"/>
        </p:nvSpPr>
        <p:spPr>
          <a:xfrm>
            <a:off x="0" y="6792686"/>
            <a:ext cx="12192000" cy="65314"/>
          </a:xfrm>
          <a:prstGeom prst="rect">
            <a:avLst/>
          </a:prstGeom>
          <a:gradFill flip="none" rotWithShape="1">
            <a:gsLst>
              <a:gs pos="100000">
                <a:srgbClr val="083976"/>
              </a:gs>
              <a:gs pos="0">
                <a:srgbClr val="051B38"/>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Slide Number Placeholder 5">
            <a:extLst>
              <a:ext uri="{FF2B5EF4-FFF2-40B4-BE49-F238E27FC236}">
                <a16:creationId xmlns:a16="http://schemas.microsoft.com/office/drawing/2014/main" id="{45B3B97F-CF1D-401B-80EF-67F683996964}"/>
              </a:ext>
            </a:extLst>
          </p:cNvPr>
          <p:cNvSpPr txBox="1">
            <a:spLocks/>
          </p:cNvSpPr>
          <p:nvPr userDrawn="1"/>
        </p:nvSpPr>
        <p:spPr>
          <a:xfrm>
            <a:off x="11088476" y="6461968"/>
            <a:ext cx="549341" cy="153888"/>
          </a:xfrm>
          <a:prstGeom prst="rect">
            <a:avLst/>
          </a:prstGeom>
        </p:spPr>
        <p:txBody>
          <a:bodyPr vert="horz" wrap="square" lIns="0" tIns="0" rIns="0" bIns="0" rtlCol="0" anchor="ctr">
            <a:spAutoFit/>
          </a:bodyPr>
          <a:lstStyle>
            <a:defPPr>
              <a:defRPr lang="en-US"/>
            </a:defPPr>
            <a:lvl1pPr marL="0" algn="r" defTabSz="914355" rtl="0" eaLnBrk="1" latinLnBrk="0" hangingPunct="1">
              <a:defRPr sz="1000" b="0" i="0" kern="1200">
                <a:solidFill>
                  <a:srgbClr val="242D41"/>
                </a:solidFill>
                <a:latin typeface="Open Sans Light" panose="020B0306030504020204" pitchFamily="34" charset="0"/>
                <a:ea typeface="Open Sans Light" panose="020B0306030504020204" pitchFamily="34" charset="0"/>
                <a:cs typeface="Open Sans Light" panose="020B0306030504020204" pitchFamily="34" charset="0"/>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fld id="{1B377F6A-2966-294D-95D7-FBB58FDBE7CB}" type="slidenum">
              <a:rPr lang="en-US" smtClean="0"/>
              <a:pPr/>
              <a:t>‹#›</a:t>
            </a:fld>
            <a:endParaRPr lang="en-US"/>
          </a:p>
        </p:txBody>
      </p:sp>
      <p:sp>
        <p:nvSpPr>
          <p:cNvPr id="15" name="Footer Placeholder 4">
            <a:extLst>
              <a:ext uri="{FF2B5EF4-FFF2-40B4-BE49-F238E27FC236}">
                <a16:creationId xmlns:a16="http://schemas.microsoft.com/office/drawing/2014/main" id="{2CB0140F-DA95-5649-55DC-197DA35ADDC2}"/>
              </a:ext>
            </a:extLst>
          </p:cNvPr>
          <p:cNvSpPr>
            <a:spLocks noGrp="1"/>
          </p:cNvSpPr>
          <p:nvPr>
            <p:ph type="ftr" sz="quarter" idx="3"/>
          </p:nvPr>
        </p:nvSpPr>
        <p:spPr>
          <a:xfrm>
            <a:off x="540000" y="6461968"/>
            <a:ext cx="3078186" cy="153888"/>
          </a:xfrm>
          <a:prstGeom prst="rect">
            <a:avLst/>
          </a:prstGeom>
        </p:spPr>
        <p:txBody>
          <a:bodyPr vert="horz" wrap="square" lIns="0" tIns="0" rIns="0" bIns="0" rtlCol="0" anchor="ctr">
            <a:spAutoFit/>
          </a:bodyPr>
          <a:lstStyle>
            <a:lvl1pPr algn="l">
              <a:defRPr sz="1000" b="0" i="0">
                <a:solidFill>
                  <a:srgbClr val="242D4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dirty="0"/>
              <a:t>©</a:t>
            </a:r>
            <a:fld id="{3FEB6F09-2C38-294C-994A-AB349969DE87}" type="datetimeyyyy">
              <a:rPr lang="en-GB" smtClean="0"/>
              <a:pPr/>
              <a:t>2026</a:t>
            </a:fld>
            <a:r>
              <a:rPr lang="en-US" dirty="0"/>
              <a:t> </a:t>
            </a:r>
            <a:r>
              <a:rPr lang="en-US" dirty="0" err="1"/>
              <a:t>TrustFlight</a:t>
            </a:r>
            <a:r>
              <a:rPr lang="en-US" dirty="0"/>
              <a:t> Ltd. All rights reserved. </a:t>
            </a:r>
          </a:p>
        </p:txBody>
      </p:sp>
      <p:sp>
        <p:nvSpPr>
          <p:cNvPr id="2" name="Title 1">
            <a:extLst>
              <a:ext uri="{FF2B5EF4-FFF2-40B4-BE49-F238E27FC236}">
                <a16:creationId xmlns:a16="http://schemas.microsoft.com/office/drawing/2014/main" id="{0919AA19-D362-65CC-9EFA-849D5EA570F1}"/>
              </a:ext>
            </a:extLst>
          </p:cNvPr>
          <p:cNvSpPr>
            <a:spLocks noGrp="1"/>
          </p:cNvSpPr>
          <p:nvPr>
            <p:ph type="title"/>
          </p:nvPr>
        </p:nvSpPr>
        <p:spPr>
          <a:xfrm>
            <a:off x="540000" y="774000"/>
            <a:ext cx="9462670" cy="553998"/>
          </a:xfrm>
        </p:spPr>
        <p:txBody>
          <a:bodyPr anchor="t" anchorCtr="0">
            <a:spAutoFit/>
          </a:bodyPr>
          <a:lstStyle>
            <a:lvl1pPr>
              <a:defRPr>
                <a:solidFill>
                  <a:srgbClr val="E0E8F7"/>
                </a:solidFill>
              </a:defRPr>
            </a:lvl1pPr>
          </a:lstStyle>
          <a:p>
            <a:r>
              <a:rPr lang="en-GB" dirty="0"/>
              <a:t>Click to edit Master title style</a:t>
            </a:r>
            <a:endParaRPr lang="en-US" dirty="0"/>
          </a:p>
        </p:txBody>
      </p:sp>
      <p:sp>
        <p:nvSpPr>
          <p:cNvPr id="6" name="Content Placeholder 2">
            <a:extLst>
              <a:ext uri="{FF2B5EF4-FFF2-40B4-BE49-F238E27FC236}">
                <a16:creationId xmlns:a16="http://schemas.microsoft.com/office/drawing/2014/main" id="{D73ED372-315E-51E6-C2CA-9CFD1D760A3F}"/>
              </a:ext>
            </a:extLst>
          </p:cNvPr>
          <p:cNvSpPr>
            <a:spLocks noGrp="1"/>
          </p:cNvSpPr>
          <p:nvPr>
            <p:ph idx="1"/>
          </p:nvPr>
        </p:nvSpPr>
        <p:spPr>
          <a:xfrm>
            <a:off x="540000" y="1652627"/>
            <a:ext cx="9462670" cy="1189556"/>
          </a:xfrm>
          <a:prstGeom prst="rect">
            <a:avLst/>
          </a:prstGeom>
        </p:spPr>
        <p:txBody>
          <a:bodyPr lIns="0" tIns="0" rIns="0" bIns="0">
            <a:spAutoFit/>
          </a:bodyPr>
          <a:lstStyle>
            <a:lvl1pPr>
              <a:defRPr sz="1800" b="0" i="0">
                <a:solidFill>
                  <a:schemeClr val="bg1"/>
                </a:solidFill>
                <a:latin typeface="Open Sans Light" pitchFamily="2" charset="0"/>
                <a:ea typeface="Open Sans Light" pitchFamily="2" charset="0"/>
                <a:cs typeface="Open Sans Light" pitchFamily="2" charset="0"/>
              </a:defRPr>
            </a:lvl1pPr>
            <a:lvl2pPr>
              <a:defRPr sz="1800" b="0" i="0">
                <a:solidFill>
                  <a:schemeClr val="bg1"/>
                </a:solidFill>
                <a:latin typeface="Open Sans Light" pitchFamily="2" charset="0"/>
                <a:ea typeface="Open Sans Light" pitchFamily="2" charset="0"/>
                <a:cs typeface="Open Sans Light" pitchFamily="2" charset="0"/>
              </a:defRPr>
            </a:lvl2pPr>
            <a:lvl3pPr>
              <a:defRPr sz="1800" b="0" i="0">
                <a:solidFill>
                  <a:schemeClr val="bg1"/>
                </a:solidFill>
                <a:latin typeface="Open Sans Light" pitchFamily="2" charset="0"/>
                <a:ea typeface="Open Sans Light" pitchFamily="2" charset="0"/>
                <a:cs typeface="Open Sans Light" pitchFamily="2" charset="0"/>
              </a:defRPr>
            </a:lvl3pPr>
            <a:lvl4pPr>
              <a:defRPr sz="1800" b="0" i="0">
                <a:solidFill>
                  <a:schemeClr val="bg1"/>
                </a:solidFill>
                <a:latin typeface="Open Sans Light" pitchFamily="2" charset="0"/>
                <a:ea typeface="Open Sans Light" pitchFamily="2" charset="0"/>
                <a:cs typeface="Open Sans Light" pitchFamily="2" charset="0"/>
              </a:defRPr>
            </a:lvl4pPr>
            <a:lvl5pPr>
              <a:defRPr sz="1400">
                <a:solidFill>
                  <a:srgbClr val="E0E8F7"/>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pic>
        <p:nvPicPr>
          <p:cNvPr id="9" name="Picture 8">
            <a:extLst>
              <a:ext uri="{FF2B5EF4-FFF2-40B4-BE49-F238E27FC236}">
                <a16:creationId xmlns:a16="http://schemas.microsoft.com/office/drawing/2014/main" id="{652014C7-6182-7239-C36F-EE77AE115712}"/>
              </a:ext>
            </a:extLst>
          </p:cNvPr>
          <p:cNvPicPr>
            <a:picLocks noChangeAspect="1"/>
          </p:cNvPicPr>
          <p:nvPr userDrawn="1"/>
        </p:nvPicPr>
        <p:blipFill>
          <a:blip r:embed="rId2"/>
          <a:srcRect/>
          <a:stretch/>
        </p:blipFill>
        <p:spPr>
          <a:xfrm>
            <a:off x="10469880" y="552098"/>
            <a:ext cx="1167938" cy="195962"/>
          </a:xfrm>
          <a:prstGeom prst="rect">
            <a:avLst/>
          </a:prstGeom>
        </p:spPr>
      </p:pic>
      <p:sp>
        <p:nvSpPr>
          <p:cNvPr id="10" name="Rounded Rectangle 9">
            <a:extLst>
              <a:ext uri="{FF2B5EF4-FFF2-40B4-BE49-F238E27FC236}">
                <a16:creationId xmlns:a16="http://schemas.microsoft.com/office/drawing/2014/main" id="{74C8FF01-2D7A-1165-656F-AE27544A7F67}"/>
              </a:ext>
            </a:extLst>
          </p:cNvPr>
          <p:cNvSpPr/>
          <p:nvPr userDrawn="1"/>
        </p:nvSpPr>
        <p:spPr>
          <a:xfrm rot="5400000">
            <a:off x="-637538" y="701880"/>
            <a:ext cx="1415978" cy="699612"/>
          </a:xfrm>
          <a:prstGeom prst="roundRect">
            <a:avLst>
              <a:gd name="adj" fmla="val 39925"/>
            </a:avLst>
          </a:prstGeom>
          <a:noFill/>
          <a:ln w="9525">
            <a:solidFill>
              <a:srgbClr val="0629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ounded Rectangle 10">
            <a:extLst>
              <a:ext uri="{FF2B5EF4-FFF2-40B4-BE49-F238E27FC236}">
                <a16:creationId xmlns:a16="http://schemas.microsoft.com/office/drawing/2014/main" id="{9F4F6BFF-447B-D740-D2FA-022E506BD72D}"/>
              </a:ext>
            </a:extLst>
          </p:cNvPr>
          <p:cNvSpPr/>
          <p:nvPr userDrawn="1"/>
        </p:nvSpPr>
        <p:spPr>
          <a:xfrm>
            <a:off x="10122413" y="-286510"/>
            <a:ext cx="2393437" cy="1338196"/>
          </a:xfrm>
          <a:prstGeom prst="roundRect">
            <a:avLst>
              <a:gd name="adj" fmla="val 23908"/>
            </a:avLst>
          </a:prstGeom>
          <a:noFill/>
          <a:ln w="9525">
            <a:solidFill>
              <a:srgbClr val="0629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729716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Dark - Vertical Split">
    <p:bg>
      <p:bgPr>
        <a:solidFill>
          <a:srgbClr val="DFF3FD">
            <a:alpha val="50000"/>
          </a:srgb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00F2557-1A29-544E-CDEF-6423CE8C59D9}"/>
              </a:ext>
            </a:extLst>
          </p:cNvPr>
          <p:cNvSpPr/>
          <p:nvPr userDrawn="1"/>
        </p:nvSpPr>
        <p:spPr>
          <a:xfrm>
            <a:off x="1" y="0"/>
            <a:ext cx="6096000" cy="6858000"/>
          </a:xfrm>
          <a:prstGeom prst="rect">
            <a:avLst/>
          </a:prstGeom>
          <a:solidFill>
            <a:srgbClr val="03102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942139-C112-631F-FC3D-9A41B326D6E5}"/>
              </a:ext>
            </a:extLst>
          </p:cNvPr>
          <p:cNvSpPr>
            <a:spLocks noGrp="1"/>
          </p:cNvSpPr>
          <p:nvPr>
            <p:ph type="title"/>
          </p:nvPr>
        </p:nvSpPr>
        <p:spPr>
          <a:xfrm>
            <a:off x="540000" y="552400"/>
            <a:ext cx="4390588" cy="1107996"/>
          </a:xfrm>
        </p:spPr>
        <p:txBody>
          <a:bodyPr wrap="square">
            <a:spAutoFit/>
          </a:bodyPr>
          <a:lstStyle>
            <a:lvl1pPr>
              <a:defRPr>
                <a:solidFill>
                  <a:schemeClr val="bg1"/>
                </a:solidFill>
              </a:defRPr>
            </a:lvl1pPr>
          </a:lstStyle>
          <a:p>
            <a:r>
              <a:rPr lang="en-GB" dirty="0"/>
              <a:t>Click to edit Master title style</a:t>
            </a:r>
            <a:endParaRPr lang="en-US" dirty="0"/>
          </a:p>
        </p:txBody>
      </p:sp>
      <p:sp>
        <p:nvSpPr>
          <p:cNvPr id="16" name="Rounded Rectangle 15">
            <a:extLst>
              <a:ext uri="{FF2B5EF4-FFF2-40B4-BE49-F238E27FC236}">
                <a16:creationId xmlns:a16="http://schemas.microsoft.com/office/drawing/2014/main" id="{532DF6B7-C760-0F07-2E67-9F27DA8ADABB}"/>
              </a:ext>
            </a:extLst>
          </p:cNvPr>
          <p:cNvSpPr/>
          <p:nvPr userDrawn="1"/>
        </p:nvSpPr>
        <p:spPr>
          <a:xfrm>
            <a:off x="11159985" y="6174604"/>
            <a:ext cx="1298715" cy="931488"/>
          </a:xfrm>
          <a:prstGeom prst="roundRect">
            <a:avLst>
              <a:gd name="adj" fmla="val 34426"/>
            </a:avLst>
          </a:prstGeom>
          <a:noFill/>
          <a:ln w="9525">
            <a:solidFill>
              <a:srgbClr val="CFE2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5">
            <a:extLst>
              <a:ext uri="{FF2B5EF4-FFF2-40B4-BE49-F238E27FC236}">
                <a16:creationId xmlns:a16="http://schemas.microsoft.com/office/drawing/2014/main" id="{A2C72C0B-77D9-BCF2-79CE-2EEEB645B40E}"/>
              </a:ext>
            </a:extLst>
          </p:cNvPr>
          <p:cNvSpPr>
            <a:spLocks noGrp="1"/>
          </p:cNvSpPr>
          <p:nvPr>
            <p:ph type="sldNum" sz="quarter" idx="4"/>
          </p:nvPr>
        </p:nvSpPr>
        <p:spPr>
          <a:xfrm>
            <a:off x="11088476" y="6461968"/>
            <a:ext cx="549341" cy="153888"/>
          </a:xfrm>
          <a:prstGeom prst="rect">
            <a:avLst/>
          </a:prstGeom>
        </p:spPr>
        <p:txBody>
          <a:bodyPr vert="horz" wrap="square" lIns="0" tIns="0" rIns="0" bIns="0" rtlCol="0" anchor="ctr">
            <a:spAutoFit/>
          </a:bodyPr>
          <a:lstStyle>
            <a:lvl1pPr algn="r">
              <a:defRPr sz="1000" b="0" i="0">
                <a:solidFill>
                  <a:srgbClr val="242D4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fld id="{1B377F6A-2966-294D-95D7-FBB58FDBE7CB}" type="slidenum">
              <a:rPr lang="en-US" smtClean="0"/>
              <a:pPr/>
              <a:t>‹#›</a:t>
            </a:fld>
            <a:endParaRPr lang="en-US"/>
          </a:p>
        </p:txBody>
      </p:sp>
      <p:sp>
        <p:nvSpPr>
          <p:cNvPr id="8" name="Rectangle 7">
            <a:extLst>
              <a:ext uri="{FF2B5EF4-FFF2-40B4-BE49-F238E27FC236}">
                <a16:creationId xmlns:a16="http://schemas.microsoft.com/office/drawing/2014/main" id="{66960C71-889C-65A6-0FC1-CE539D20D8B4}"/>
              </a:ext>
            </a:extLst>
          </p:cNvPr>
          <p:cNvSpPr/>
          <p:nvPr userDrawn="1"/>
        </p:nvSpPr>
        <p:spPr>
          <a:xfrm>
            <a:off x="0" y="6792686"/>
            <a:ext cx="12192000" cy="65314"/>
          </a:xfrm>
          <a:prstGeom prst="rect">
            <a:avLst/>
          </a:prstGeom>
          <a:gradFill flip="none" rotWithShape="1">
            <a:gsLst>
              <a:gs pos="100000">
                <a:srgbClr val="083976"/>
              </a:gs>
              <a:gs pos="0">
                <a:srgbClr val="051B38"/>
              </a:gs>
            </a:gsLst>
            <a:lin ang="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2">
            <a:extLst>
              <a:ext uri="{FF2B5EF4-FFF2-40B4-BE49-F238E27FC236}">
                <a16:creationId xmlns:a16="http://schemas.microsoft.com/office/drawing/2014/main" id="{14E0C8C0-28ED-C902-C910-7E8A43383F6B}"/>
              </a:ext>
            </a:extLst>
          </p:cNvPr>
          <p:cNvSpPr>
            <a:spLocks noGrp="1"/>
          </p:cNvSpPr>
          <p:nvPr>
            <p:ph idx="1"/>
          </p:nvPr>
        </p:nvSpPr>
        <p:spPr>
          <a:xfrm>
            <a:off x="540000" y="1793025"/>
            <a:ext cx="4390588" cy="1189556"/>
          </a:xfrm>
          <a:prstGeom prst="rect">
            <a:avLst/>
          </a:prstGeom>
        </p:spPr>
        <p:txBody>
          <a:bodyPr wrap="square" lIns="0" tIns="0" rIns="0" bIns="0">
            <a:spAutoFit/>
          </a:bodyPr>
          <a:lstStyle>
            <a:lvl1pPr>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a:solidFill>
                  <a:srgbClr val="242D4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9" name="Rounded Rectangle 8">
            <a:extLst>
              <a:ext uri="{FF2B5EF4-FFF2-40B4-BE49-F238E27FC236}">
                <a16:creationId xmlns:a16="http://schemas.microsoft.com/office/drawing/2014/main" id="{557DAC76-BFD2-46CF-F748-7D0956ECC26D}"/>
              </a:ext>
            </a:extLst>
          </p:cNvPr>
          <p:cNvSpPr/>
          <p:nvPr userDrawn="1"/>
        </p:nvSpPr>
        <p:spPr>
          <a:xfrm rot="5400000">
            <a:off x="-637538" y="701880"/>
            <a:ext cx="1415978" cy="699612"/>
          </a:xfrm>
          <a:prstGeom prst="roundRect">
            <a:avLst>
              <a:gd name="adj" fmla="val 39925"/>
            </a:avLst>
          </a:prstGeom>
          <a:noFill/>
          <a:ln w="9525">
            <a:solidFill>
              <a:srgbClr val="0629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ounded Rectangle 10">
            <a:extLst>
              <a:ext uri="{FF2B5EF4-FFF2-40B4-BE49-F238E27FC236}">
                <a16:creationId xmlns:a16="http://schemas.microsoft.com/office/drawing/2014/main" id="{0C045780-084B-A2E0-7B53-406770048126}"/>
              </a:ext>
            </a:extLst>
          </p:cNvPr>
          <p:cNvSpPr/>
          <p:nvPr userDrawn="1"/>
        </p:nvSpPr>
        <p:spPr>
          <a:xfrm>
            <a:off x="-376058" y="6252425"/>
            <a:ext cx="4114800" cy="931488"/>
          </a:xfrm>
          <a:prstGeom prst="roundRect">
            <a:avLst>
              <a:gd name="adj" fmla="val 34426"/>
            </a:avLst>
          </a:prstGeom>
          <a:noFill/>
          <a:ln w="9525">
            <a:solidFill>
              <a:srgbClr val="0629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ooter Placeholder 4">
            <a:extLst>
              <a:ext uri="{FF2B5EF4-FFF2-40B4-BE49-F238E27FC236}">
                <a16:creationId xmlns:a16="http://schemas.microsoft.com/office/drawing/2014/main" id="{F350940A-FA50-6162-255B-50B39A372911}"/>
              </a:ext>
            </a:extLst>
          </p:cNvPr>
          <p:cNvSpPr>
            <a:spLocks noGrp="1"/>
          </p:cNvSpPr>
          <p:nvPr>
            <p:ph type="ftr" sz="quarter" idx="3"/>
          </p:nvPr>
        </p:nvSpPr>
        <p:spPr>
          <a:xfrm>
            <a:off x="540000" y="6461968"/>
            <a:ext cx="3078186" cy="153888"/>
          </a:xfrm>
          <a:prstGeom prst="rect">
            <a:avLst/>
          </a:prstGeom>
        </p:spPr>
        <p:txBody>
          <a:bodyPr vert="horz" wrap="square" lIns="0" tIns="0" rIns="0" bIns="0" rtlCol="0" anchor="ctr">
            <a:spAutoFit/>
          </a:bodyPr>
          <a:lstStyle>
            <a:lvl1pPr algn="l">
              <a:defRPr sz="1000" b="0" i="0">
                <a:solidFill>
                  <a:srgbClr val="CFE2F3"/>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a:t>©</a:t>
            </a:r>
            <a:fld id="{3FEB6F09-2C38-294C-994A-AB349969DE87}" type="datetimeyyyy">
              <a:rPr lang="en-GB" smtClean="0"/>
              <a:pPr/>
              <a:t>2026</a:t>
            </a:fld>
            <a:r>
              <a:rPr lang="en-US"/>
              <a:t> TrustFlight Ltd. All rights reserved. </a:t>
            </a:r>
            <a:endParaRPr lang="en-US" dirty="0"/>
          </a:p>
        </p:txBody>
      </p:sp>
      <p:pic>
        <p:nvPicPr>
          <p:cNvPr id="5" name="Picture 4">
            <a:extLst>
              <a:ext uri="{FF2B5EF4-FFF2-40B4-BE49-F238E27FC236}">
                <a16:creationId xmlns:a16="http://schemas.microsoft.com/office/drawing/2014/main" id="{A2B9F04E-F7DE-9D0B-2336-0B86C6C1F2ED}"/>
              </a:ext>
            </a:extLst>
          </p:cNvPr>
          <p:cNvPicPr>
            <a:picLocks noChangeAspect="1"/>
          </p:cNvPicPr>
          <p:nvPr userDrawn="1"/>
        </p:nvPicPr>
        <p:blipFill>
          <a:blip r:embed="rId2"/>
          <a:srcRect/>
          <a:stretch/>
        </p:blipFill>
        <p:spPr>
          <a:xfrm>
            <a:off x="10469880" y="553451"/>
            <a:ext cx="1167938" cy="193255"/>
          </a:xfrm>
          <a:prstGeom prst="rect">
            <a:avLst/>
          </a:prstGeom>
        </p:spPr>
      </p:pic>
      <p:sp>
        <p:nvSpPr>
          <p:cNvPr id="10" name="Rounded Rectangle 9">
            <a:extLst>
              <a:ext uri="{FF2B5EF4-FFF2-40B4-BE49-F238E27FC236}">
                <a16:creationId xmlns:a16="http://schemas.microsoft.com/office/drawing/2014/main" id="{7401B3B8-6603-3C99-BF99-AAE114EFD858}"/>
              </a:ext>
            </a:extLst>
          </p:cNvPr>
          <p:cNvSpPr/>
          <p:nvPr userDrawn="1"/>
        </p:nvSpPr>
        <p:spPr>
          <a:xfrm>
            <a:off x="10122413" y="-286510"/>
            <a:ext cx="2393437" cy="1338196"/>
          </a:xfrm>
          <a:prstGeom prst="roundRect">
            <a:avLst>
              <a:gd name="adj" fmla="val 23908"/>
            </a:avLst>
          </a:prstGeom>
          <a:noFill/>
          <a:ln w="9525">
            <a:solidFill>
              <a:srgbClr val="CFE2F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467472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3102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42349E2-4681-836F-67AB-F042E47648AF}"/>
              </a:ext>
            </a:extLst>
          </p:cNvPr>
          <p:cNvSpPr>
            <a:spLocks noGrp="1"/>
          </p:cNvSpPr>
          <p:nvPr>
            <p:ph type="title"/>
          </p:nvPr>
        </p:nvSpPr>
        <p:spPr>
          <a:xfrm>
            <a:off x="540000" y="695509"/>
            <a:ext cx="9462670" cy="553998"/>
          </a:xfrm>
          <a:prstGeom prst="rect">
            <a:avLst/>
          </a:prstGeom>
        </p:spPr>
        <p:txBody>
          <a:bodyPr vert="horz" wrap="square" lIns="0" tIns="0" rIns="0" bIns="0" rtlCol="0" anchor="t" anchorCtr="0">
            <a:spAutoFit/>
          </a:bodyPr>
          <a:lstStyle/>
          <a:p>
            <a:r>
              <a:rPr lang="en-GB"/>
              <a:t>Click to edit Master title style</a:t>
            </a:r>
            <a:endParaRPr lang="en-US" dirty="0"/>
          </a:p>
        </p:txBody>
      </p:sp>
      <p:sp>
        <p:nvSpPr>
          <p:cNvPr id="5" name="Slide Number Placeholder 5">
            <a:extLst>
              <a:ext uri="{FF2B5EF4-FFF2-40B4-BE49-F238E27FC236}">
                <a16:creationId xmlns:a16="http://schemas.microsoft.com/office/drawing/2014/main" id="{B2C9E27D-846D-45F6-DEE4-1BB9AE228782}"/>
              </a:ext>
            </a:extLst>
          </p:cNvPr>
          <p:cNvSpPr>
            <a:spLocks noGrp="1"/>
          </p:cNvSpPr>
          <p:nvPr>
            <p:ph type="sldNum" sz="quarter" idx="4"/>
          </p:nvPr>
        </p:nvSpPr>
        <p:spPr>
          <a:xfrm>
            <a:off x="11088476" y="6461968"/>
            <a:ext cx="549341" cy="153888"/>
          </a:xfrm>
          <a:prstGeom prst="rect">
            <a:avLst/>
          </a:prstGeom>
        </p:spPr>
        <p:txBody>
          <a:bodyPr vert="horz" wrap="square" lIns="0" tIns="0" rIns="0" bIns="0" rtlCol="0" anchor="ctr">
            <a:spAutoFit/>
          </a:bodyPr>
          <a:lstStyle>
            <a:lvl1pPr algn="r">
              <a:defRPr sz="1000" b="0" i="0">
                <a:solidFill>
                  <a:srgbClr val="E0E8F7"/>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fld id="{1B377F6A-2966-294D-95D7-FBB58FDBE7CB}" type="slidenum">
              <a:rPr lang="en-US" smtClean="0"/>
              <a:pPr/>
              <a:t>‹#›</a:t>
            </a:fld>
            <a:endParaRPr lang="en-US"/>
          </a:p>
        </p:txBody>
      </p:sp>
      <p:sp>
        <p:nvSpPr>
          <p:cNvPr id="6" name="Text Placeholder 5">
            <a:extLst>
              <a:ext uri="{FF2B5EF4-FFF2-40B4-BE49-F238E27FC236}">
                <a16:creationId xmlns:a16="http://schemas.microsoft.com/office/drawing/2014/main" id="{16EB207E-5FEB-EE51-3199-FB5D8221123D}"/>
              </a:ext>
            </a:extLst>
          </p:cNvPr>
          <p:cNvSpPr>
            <a:spLocks noGrp="1"/>
          </p:cNvSpPr>
          <p:nvPr>
            <p:ph type="body" idx="1"/>
          </p:nvPr>
        </p:nvSpPr>
        <p:spPr>
          <a:xfrm>
            <a:off x="540000" y="1549684"/>
            <a:ext cx="10515600" cy="1918474"/>
          </a:xfrm>
          <a:prstGeom prst="rect">
            <a:avLst/>
          </a:prstGeom>
        </p:spPr>
        <p:txBody>
          <a:bodyPr vert="horz" lIns="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426911332"/>
      </p:ext>
    </p:extLst>
  </p:cSld>
  <p:clrMap bg1="lt1" tx1="dk1" bg2="lt2" tx2="dk2" accent1="accent1" accent2="accent2" accent3="accent3" accent4="accent4" accent5="accent5" accent6="accent6" hlink="hlink" folHlink="folHlink"/>
  <p:sldLayoutIdLst>
    <p:sldLayoutId id="2147483652" r:id="rId1"/>
    <p:sldLayoutId id="2147483667" r:id="rId2"/>
    <p:sldLayoutId id="2147483669" r:id="rId3"/>
    <p:sldLayoutId id="2147483668" r:id="rId4"/>
    <p:sldLayoutId id="2147483670" r:id="rId5"/>
    <p:sldLayoutId id="2147483673" r:id="rId6"/>
    <p:sldLayoutId id="2147483674" r:id="rId7"/>
    <p:sldLayoutId id="2147483666" r:id="rId8"/>
    <p:sldLayoutId id="2147483665" r:id="rId9"/>
    <p:sldLayoutId id="2147483672" r:id="rId10"/>
    <p:sldLayoutId id="2147483675" r:id="rId11"/>
    <p:sldLayoutId id="2147483676" r:id="rId12"/>
  </p:sldLayoutIdLst>
  <p:hf hdr="0"/>
  <p:txStyles>
    <p:titleStyle>
      <a:lvl1pPr algn="l" defTabSz="914355" rtl="0" eaLnBrk="1" latinLnBrk="0" hangingPunct="1">
        <a:lnSpc>
          <a:spcPct val="90000"/>
        </a:lnSpc>
        <a:spcBef>
          <a:spcPct val="0"/>
        </a:spcBef>
        <a:buNone/>
        <a:defRPr sz="4000" b="0" i="0" kern="1200">
          <a:solidFill>
            <a:srgbClr val="E0E8F7"/>
          </a:solidFill>
          <a:latin typeface="Open Sans Light" panose="020B0306030504020204" pitchFamily="34" charset="0"/>
          <a:ea typeface="Open Sans Light" panose="020B0306030504020204" pitchFamily="34" charset="0"/>
          <a:cs typeface="Open Sans Light" panose="020B0306030504020204" pitchFamily="34" charset="0"/>
        </a:defRPr>
      </a:lvl1pPr>
    </p:titleStyle>
    <p:bodyStyle>
      <a:lvl1pPr marL="228589" indent="-228589" algn="l" defTabSz="914355" rtl="0" eaLnBrk="1" latinLnBrk="0" hangingPunct="1">
        <a:lnSpc>
          <a:spcPct val="90000"/>
        </a:lnSpc>
        <a:spcBef>
          <a:spcPts val="1000"/>
        </a:spcBef>
        <a:buClr>
          <a:srgbClr val="1E5BB5"/>
        </a:buClr>
        <a:buFont typeface="Arial" panose="020B0604020202020204" pitchFamily="34" charset="0"/>
        <a:buChar char="•"/>
        <a:defRPr sz="2400" b="0" i="0" kern="1200">
          <a:solidFill>
            <a:schemeClr val="bg1"/>
          </a:solidFill>
          <a:latin typeface="Open Sans Light" panose="020B0606030504020204" pitchFamily="34" charset="0"/>
          <a:ea typeface="Open Sans Light" panose="020B0606030504020204" pitchFamily="34" charset="0"/>
          <a:cs typeface="Open Sans Light" panose="020B0606030504020204" pitchFamily="34" charset="0"/>
        </a:defRPr>
      </a:lvl1pPr>
      <a:lvl2pPr marL="685766" indent="-228589" algn="l" defTabSz="914355" rtl="0" eaLnBrk="1" latinLnBrk="0" hangingPunct="1">
        <a:lnSpc>
          <a:spcPct val="90000"/>
        </a:lnSpc>
        <a:spcBef>
          <a:spcPts val="500"/>
        </a:spcBef>
        <a:buClr>
          <a:srgbClr val="1E5BB5"/>
        </a:buClr>
        <a:buFont typeface="Arial" panose="020B0604020202020204" pitchFamily="34" charset="0"/>
        <a:buChar char="•"/>
        <a:defRPr sz="2400" b="0" i="0" kern="1200">
          <a:solidFill>
            <a:schemeClr val="bg1"/>
          </a:solidFill>
          <a:latin typeface="Open Sans Light" panose="020B0606030504020204" pitchFamily="34" charset="0"/>
          <a:ea typeface="Open Sans Light" panose="020B0606030504020204" pitchFamily="34" charset="0"/>
          <a:cs typeface="Open Sans Light" panose="020B0606030504020204" pitchFamily="34" charset="0"/>
        </a:defRPr>
      </a:lvl2pPr>
      <a:lvl3pPr marL="1142943" indent="-228589" algn="l" defTabSz="914355" rtl="0" eaLnBrk="1" latinLnBrk="0" hangingPunct="1">
        <a:lnSpc>
          <a:spcPct val="90000"/>
        </a:lnSpc>
        <a:spcBef>
          <a:spcPts val="500"/>
        </a:spcBef>
        <a:buClr>
          <a:srgbClr val="1E5BB5"/>
        </a:buClr>
        <a:buFont typeface="Arial" panose="020B0604020202020204" pitchFamily="34" charset="0"/>
        <a:buChar char="•"/>
        <a:defRPr sz="2400" b="0" i="0" kern="1200">
          <a:solidFill>
            <a:schemeClr val="bg1"/>
          </a:solidFill>
          <a:latin typeface="Open Sans Light" panose="020B0606030504020204" pitchFamily="34" charset="0"/>
          <a:ea typeface="Open Sans Light" panose="020B0606030504020204" pitchFamily="34" charset="0"/>
          <a:cs typeface="Open Sans Light" panose="020B0606030504020204" pitchFamily="34" charset="0"/>
        </a:defRPr>
      </a:lvl3pPr>
      <a:lvl4pPr marL="1600120" indent="-228589" algn="l" defTabSz="914355" rtl="0" eaLnBrk="1" latinLnBrk="0" hangingPunct="1">
        <a:lnSpc>
          <a:spcPct val="90000"/>
        </a:lnSpc>
        <a:spcBef>
          <a:spcPts val="500"/>
        </a:spcBef>
        <a:buClr>
          <a:srgbClr val="1E5BB5"/>
        </a:buClr>
        <a:buFont typeface="Arial" panose="020B0604020202020204" pitchFamily="34" charset="0"/>
        <a:buChar char="•"/>
        <a:defRPr sz="2400" b="0" i="0" kern="1200">
          <a:solidFill>
            <a:schemeClr val="bg1"/>
          </a:solidFill>
          <a:latin typeface="Open Sans Light" panose="020B0606030504020204" pitchFamily="34" charset="0"/>
          <a:ea typeface="Open Sans Light" panose="020B0606030504020204" pitchFamily="34" charset="0"/>
          <a:cs typeface="Open Sans Light" panose="020B0606030504020204" pitchFamily="34" charset="0"/>
        </a:defRPr>
      </a:lvl4pPr>
      <a:lvl5pPr marL="2057297" indent="-228589" algn="l" defTabSz="914355" rtl="0" eaLnBrk="1" latinLnBrk="0" hangingPunct="1">
        <a:lnSpc>
          <a:spcPct val="90000"/>
        </a:lnSpc>
        <a:spcBef>
          <a:spcPts val="500"/>
        </a:spcBef>
        <a:buClr>
          <a:srgbClr val="1E5BB5"/>
        </a:buClr>
        <a:buFont typeface="Arial" panose="020B0604020202020204" pitchFamily="34" charset="0"/>
        <a:buChar char="•"/>
        <a:defRPr sz="2400" b="0" i="0" kern="1200">
          <a:solidFill>
            <a:schemeClr val="bg1"/>
          </a:solidFill>
          <a:latin typeface="Open Sans Light" panose="020B0606030504020204" pitchFamily="34" charset="0"/>
          <a:ea typeface="Open Sans Light" panose="020B0606030504020204" pitchFamily="34" charset="0"/>
          <a:cs typeface="Open Sans Light" panose="020B0606030504020204" pitchFamily="34" charset="0"/>
        </a:defRPr>
      </a:lvl5pPr>
      <a:lvl6pPr marL="2514475"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5" rtl="0" eaLnBrk="1" latinLnBrk="0" hangingPunct="1">
        <a:defRPr sz="1800" kern="1200">
          <a:solidFill>
            <a:schemeClr val="tx1"/>
          </a:solidFill>
          <a:latin typeface="+mn-lt"/>
          <a:ea typeface="+mn-ea"/>
          <a:cs typeface="+mn-cs"/>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hyperlink" Target="mailto:sales@trustflight.com?subject=Hello" TargetMode="External"/><Relationship Id="rId2" Type="http://schemas.openxmlformats.org/officeDocument/2006/relationships/image" Target="../media/image2.png"/><Relationship Id="rId1" Type="http://schemas.openxmlformats.org/officeDocument/2006/relationships/slideLayout" Target="../slideLayouts/slideLayout9.xml"/><Relationship Id="rId6" Type="http://schemas.openxmlformats.org/officeDocument/2006/relationships/image" Target="../media/image9.png"/><Relationship Id="rId5" Type="http://schemas.openxmlformats.org/officeDocument/2006/relationships/hyperlink" Target="https://www.linkedin.com/company/trustflight/mycompany/" TargetMode="External"/><Relationship Id="rId4" Type="http://schemas.openxmlformats.org/officeDocument/2006/relationships/hyperlink" Target="http://www.trustfligh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D6051-63E7-ECCC-A56B-A0A982A4EC47}"/>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A01A0630-8131-4E49-089A-37F0D9289B64}"/>
              </a:ext>
            </a:extLst>
          </p:cNvPr>
          <p:cNvSpPr>
            <a:spLocks noGrp="1"/>
          </p:cNvSpPr>
          <p:nvPr>
            <p:ph type="body" sz="quarter" idx="10"/>
          </p:nvPr>
        </p:nvSpPr>
        <p:spPr/>
        <p:txBody>
          <a:bodyPr lIns="0" tIns="0" rIns="0" bIns="0">
            <a:spAutoFit/>
          </a:bodyPr>
          <a:lstStyle/>
          <a:p>
            <a:endParaRPr lang="en-US"/>
          </a:p>
        </p:txBody>
      </p:sp>
      <p:sp>
        <p:nvSpPr>
          <p:cNvPr id="4" name="Text Placeholder 3">
            <a:extLst>
              <a:ext uri="{FF2B5EF4-FFF2-40B4-BE49-F238E27FC236}">
                <a16:creationId xmlns:a16="http://schemas.microsoft.com/office/drawing/2014/main" id="{96E43E4C-D4CA-3BFD-D240-11AE0A50DE87}"/>
              </a:ext>
            </a:extLst>
          </p:cNvPr>
          <p:cNvSpPr>
            <a:spLocks noGrp="1"/>
          </p:cNvSpPr>
          <p:nvPr>
            <p:ph type="body" sz="quarter" idx="11"/>
          </p:nvPr>
        </p:nvSpPr>
        <p:spPr/>
        <p:txBody>
          <a:bodyPr lIns="0" tIns="0" rIns="0" bIns="0">
            <a:normAutofit/>
          </a:bodyPr>
          <a:lstStyle/>
          <a:p>
            <a:fld id="{C8A1BA17-5FCD-E84E-BA65-AF5582366495}" type="datetime4">
              <a:rPr lang="en-GB" smtClean="0"/>
              <a:t>19 May 2026</a:t>
            </a:fld>
            <a:endParaRPr lang="en-US" dirty="0"/>
          </a:p>
        </p:txBody>
      </p:sp>
    </p:spTree>
    <p:extLst>
      <p:ext uri="{BB962C8B-B14F-4D97-AF65-F5344CB8AC3E}">
        <p14:creationId xmlns:p14="http://schemas.microsoft.com/office/powerpoint/2010/main" val="16834480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41E22-4416-A494-EF9C-ECE7F9361FFE}"/>
              </a:ext>
            </a:extLst>
          </p:cNvPr>
          <p:cNvSpPr>
            <a:spLocks noGrp="1"/>
          </p:cNvSpPr>
          <p:nvPr>
            <p:ph type="title"/>
          </p:nvPr>
        </p:nvSpPr>
        <p:spPr>
          <a:xfrm>
            <a:off x="540001" y="2875002"/>
            <a:ext cx="8331626" cy="553998"/>
          </a:xfrm>
        </p:spPr>
        <p:txBody>
          <a:bodyPr/>
          <a:lstStyle/>
          <a:p>
            <a:r>
              <a:rPr lang="en-US" sz="4000" dirty="0"/>
              <a:t>Section Break</a:t>
            </a:r>
          </a:p>
        </p:txBody>
      </p:sp>
      <p:sp>
        <p:nvSpPr>
          <p:cNvPr id="4" name="Slide Number Placeholder 3">
            <a:extLst>
              <a:ext uri="{FF2B5EF4-FFF2-40B4-BE49-F238E27FC236}">
                <a16:creationId xmlns:a16="http://schemas.microsoft.com/office/drawing/2014/main" id="{CA7F385A-EDA9-765B-DCFE-F86BCA14F7AE}"/>
              </a:ext>
            </a:extLst>
          </p:cNvPr>
          <p:cNvSpPr>
            <a:spLocks noGrp="1"/>
          </p:cNvSpPr>
          <p:nvPr>
            <p:ph type="sldNum" sz="quarter" idx="4"/>
          </p:nvPr>
        </p:nvSpPr>
        <p:spPr/>
        <p:txBody>
          <a:bodyPr/>
          <a:lstStyle/>
          <a:p>
            <a:fld id="{1B377F6A-2966-294D-95D7-FBB58FDBE7CB}" type="slidenum">
              <a:rPr lang="en-US" smtClean="0"/>
              <a:pPr/>
              <a:t>2</a:t>
            </a:fld>
            <a:endParaRPr lang="en-US"/>
          </a:p>
        </p:txBody>
      </p:sp>
      <p:sp>
        <p:nvSpPr>
          <p:cNvPr id="3" name="Footer Placeholder 4">
            <a:extLst>
              <a:ext uri="{FF2B5EF4-FFF2-40B4-BE49-F238E27FC236}">
                <a16:creationId xmlns:a16="http://schemas.microsoft.com/office/drawing/2014/main" id="{3B3D7ED2-BB62-C756-333E-8AFB5FFF1C43}"/>
              </a:ext>
            </a:extLst>
          </p:cNvPr>
          <p:cNvSpPr txBox="1">
            <a:spLocks/>
          </p:cNvSpPr>
          <p:nvPr/>
        </p:nvSpPr>
        <p:spPr>
          <a:xfrm>
            <a:off x="540000" y="6461968"/>
            <a:ext cx="3078186" cy="153888"/>
          </a:xfrm>
          <a:prstGeom prst="rect">
            <a:avLst/>
          </a:prstGeom>
        </p:spPr>
        <p:txBody>
          <a:bodyPr vert="horz" wrap="square" lIns="0" tIns="0" rIns="0" bIns="0" rtlCol="0" anchor="ctr">
            <a:spAutoFit/>
          </a:bodyPr>
          <a:lstStyle>
            <a:defPPr>
              <a:defRPr lang="en-US"/>
            </a:defPPr>
            <a:lvl1pPr marL="0" algn="l" defTabSz="914355" rtl="0" eaLnBrk="1" latinLnBrk="0" hangingPunct="1">
              <a:defRPr sz="1000" b="0" i="0" kern="1200">
                <a:solidFill>
                  <a:srgbClr val="242D41"/>
                </a:solidFill>
                <a:latin typeface="Open Sans Light" panose="020B0306030504020204" pitchFamily="34" charset="0"/>
                <a:ea typeface="Open Sans Light" panose="020B0306030504020204" pitchFamily="34" charset="0"/>
                <a:cs typeface="Open Sans Light" panose="020B0306030504020204" pitchFamily="34" charset="0"/>
              </a:defRPr>
            </a:lvl1pPr>
            <a:lvl2pPr marL="457177" algn="l" defTabSz="914355" rtl="0" eaLnBrk="1" latinLnBrk="0" hangingPunct="1">
              <a:defRPr sz="1800" kern="1200">
                <a:solidFill>
                  <a:schemeClr val="tx1"/>
                </a:solidFill>
                <a:latin typeface="+mn-lt"/>
                <a:ea typeface="+mn-ea"/>
                <a:cs typeface="+mn-cs"/>
              </a:defRPr>
            </a:lvl2pPr>
            <a:lvl3pPr marL="914355" algn="l" defTabSz="914355" rtl="0" eaLnBrk="1" latinLnBrk="0" hangingPunct="1">
              <a:defRPr sz="1800" kern="1200">
                <a:solidFill>
                  <a:schemeClr val="tx1"/>
                </a:solidFill>
                <a:latin typeface="+mn-lt"/>
                <a:ea typeface="+mn-ea"/>
                <a:cs typeface="+mn-cs"/>
              </a:defRPr>
            </a:lvl3pPr>
            <a:lvl4pPr marL="1371532" algn="l" defTabSz="914355" rtl="0" eaLnBrk="1" latinLnBrk="0" hangingPunct="1">
              <a:defRPr sz="1800" kern="1200">
                <a:solidFill>
                  <a:schemeClr val="tx1"/>
                </a:solidFill>
                <a:latin typeface="+mn-lt"/>
                <a:ea typeface="+mn-ea"/>
                <a:cs typeface="+mn-cs"/>
              </a:defRPr>
            </a:lvl4pPr>
            <a:lvl5pPr marL="1828709" algn="l" defTabSz="914355" rtl="0" eaLnBrk="1" latinLnBrk="0" hangingPunct="1">
              <a:defRPr sz="1800" kern="1200">
                <a:solidFill>
                  <a:schemeClr val="tx1"/>
                </a:solidFill>
                <a:latin typeface="+mn-lt"/>
                <a:ea typeface="+mn-ea"/>
                <a:cs typeface="+mn-cs"/>
              </a:defRPr>
            </a:lvl5pPr>
            <a:lvl6pPr marL="2285886" algn="l" defTabSz="914355" rtl="0" eaLnBrk="1" latinLnBrk="0" hangingPunct="1">
              <a:defRPr sz="1800" kern="1200">
                <a:solidFill>
                  <a:schemeClr val="tx1"/>
                </a:solidFill>
                <a:latin typeface="+mn-lt"/>
                <a:ea typeface="+mn-ea"/>
                <a:cs typeface="+mn-cs"/>
              </a:defRPr>
            </a:lvl6pPr>
            <a:lvl7pPr marL="2743063" algn="l" defTabSz="914355" rtl="0" eaLnBrk="1" latinLnBrk="0" hangingPunct="1">
              <a:defRPr sz="1800" kern="1200">
                <a:solidFill>
                  <a:schemeClr val="tx1"/>
                </a:solidFill>
                <a:latin typeface="+mn-lt"/>
                <a:ea typeface="+mn-ea"/>
                <a:cs typeface="+mn-cs"/>
              </a:defRPr>
            </a:lvl7pPr>
            <a:lvl8pPr marL="3200240" algn="l" defTabSz="914355" rtl="0" eaLnBrk="1" latinLnBrk="0" hangingPunct="1">
              <a:defRPr sz="1800" kern="1200">
                <a:solidFill>
                  <a:schemeClr val="tx1"/>
                </a:solidFill>
                <a:latin typeface="+mn-lt"/>
                <a:ea typeface="+mn-ea"/>
                <a:cs typeface="+mn-cs"/>
              </a:defRPr>
            </a:lvl8pPr>
            <a:lvl9pPr marL="3657417" algn="l" defTabSz="914355" rtl="0" eaLnBrk="1" latinLnBrk="0" hangingPunct="1">
              <a:defRPr sz="1800" kern="1200">
                <a:solidFill>
                  <a:schemeClr val="tx1"/>
                </a:solidFill>
                <a:latin typeface="+mn-lt"/>
                <a:ea typeface="+mn-ea"/>
                <a:cs typeface="+mn-cs"/>
              </a:defRPr>
            </a:lvl9pPr>
          </a:lstStyle>
          <a:p>
            <a:r>
              <a:rPr lang="en-US">
                <a:solidFill>
                  <a:srgbClr val="CFE2F3"/>
                </a:solidFill>
              </a:rPr>
              <a:t>©</a:t>
            </a:r>
            <a:fld id="{3FEB6F09-2C38-294C-994A-AB349969DE87}" type="datetimeyyyy">
              <a:rPr lang="en-GB" smtClean="0">
                <a:solidFill>
                  <a:srgbClr val="CFE2F3"/>
                </a:solidFill>
              </a:rPr>
              <a:pPr/>
              <a:t>2026</a:t>
            </a:fld>
            <a:r>
              <a:rPr lang="en-US">
                <a:solidFill>
                  <a:srgbClr val="CFE2F3"/>
                </a:solidFill>
              </a:rPr>
              <a:t> TrustFlight Ltd. All rights reserved. </a:t>
            </a:r>
            <a:endParaRPr lang="en-US" dirty="0">
              <a:solidFill>
                <a:srgbClr val="CFE2F3"/>
              </a:solidFill>
            </a:endParaRPr>
          </a:p>
        </p:txBody>
      </p:sp>
    </p:spTree>
    <p:extLst>
      <p:ext uri="{BB962C8B-B14F-4D97-AF65-F5344CB8AC3E}">
        <p14:creationId xmlns:p14="http://schemas.microsoft.com/office/powerpoint/2010/main" val="3450649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166096B-8C46-3BA2-D97C-4E2EE038240C}"/>
              </a:ext>
            </a:extLst>
          </p:cNvPr>
          <p:cNvSpPr>
            <a:spLocks noGrp="1"/>
          </p:cNvSpPr>
          <p:nvPr>
            <p:ph type="sldNum" sz="quarter" idx="4"/>
          </p:nvPr>
        </p:nvSpPr>
        <p:spPr/>
        <p:txBody>
          <a:bodyPr/>
          <a:lstStyle/>
          <a:p>
            <a:fld id="{1B377F6A-2966-294D-95D7-FBB58FDBE7CB}" type="slidenum">
              <a:rPr lang="en-US" smtClean="0"/>
              <a:pPr/>
              <a:t>3</a:t>
            </a:fld>
            <a:endParaRPr lang="en-US" dirty="0"/>
          </a:p>
        </p:txBody>
      </p:sp>
      <p:sp>
        <p:nvSpPr>
          <p:cNvPr id="3" name="Footer Placeholder 2">
            <a:extLst>
              <a:ext uri="{FF2B5EF4-FFF2-40B4-BE49-F238E27FC236}">
                <a16:creationId xmlns:a16="http://schemas.microsoft.com/office/drawing/2014/main" id="{975C10E2-09F7-A408-DABC-D88E6FD3C20D}"/>
              </a:ext>
            </a:extLst>
          </p:cNvPr>
          <p:cNvSpPr>
            <a:spLocks noGrp="1"/>
          </p:cNvSpPr>
          <p:nvPr>
            <p:ph type="ftr" sz="quarter" idx="3"/>
          </p:nvPr>
        </p:nvSpPr>
        <p:spPr/>
        <p:txBody>
          <a:bodyPr/>
          <a:lstStyle/>
          <a:p>
            <a:r>
              <a:rPr lang="en-US" dirty="0"/>
              <a:t>©</a:t>
            </a:r>
            <a:fld id="{3FEB6F09-2C38-294C-994A-AB349969DE87}" type="datetimeyyyy">
              <a:rPr lang="en-GB" smtClean="0"/>
              <a:pPr/>
              <a:t>2026</a:t>
            </a:fld>
            <a:r>
              <a:rPr lang="en-US" dirty="0"/>
              <a:t> TrustFlight Ltd. All rights reserved. </a:t>
            </a:r>
          </a:p>
        </p:txBody>
      </p:sp>
      <p:sp>
        <p:nvSpPr>
          <p:cNvPr id="8" name="Title 7">
            <a:extLst>
              <a:ext uri="{FF2B5EF4-FFF2-40B4-BE49-F238E27FC236}">
                <a16:creationId xmlns:a16="http://schemas.microsoft.com/office/drawing/2014/main" id="{44940188-9A3A-52A9-CA08-A8EAC059D15B}"/>
              </a:ext>
            </a:extLst>
          </p:cNvPr>
          <p:cNvSpPr>
            <a:spLocks noGrp="1"/>
          </p:cNvSpPr>
          <p:nvPr>
            <p:ph type="title"/>
          </p:nvPr>
        </p:nvSpPr>
        <p:spPr>
          <a:xfrm>
            <a:off x="540000" y="774000"/>
            <a:ext cx="9462670" cy="553998"/>
          </a:xfrm>
        </p:spPr>
        <p:txBody>
          <a:bodyPr/>
          <a:lstStyle/>
          <a:p>
            <a:r>
              <a:rPr lang="en-US" sz="4000" dirty="0"/>
              <a:t>Slide Title</a:t>
            </a:r>
          </a:p>
        </p:txBody>
      </p:sp>
      <p:sp>
        <p:nvSpPr>
          <p:cNvPr id="9" name="TextBox 8">
            <a:extLst>
              <a:ext uri="{FF2B5EF4-FFF2-40B4-BE49-F238E27FC236}">
                <a16:creationId xmlns:a16="http://schemas.microsoft.com/office/drawing/2014/main" id="{022D7855-27A0-05F0-C6A3-FAE31F47933A}"/>
              </a:ext>
            </a:extLst>
          </p:cNvPr>
          <p:cNvSpPr txBox="1"/>
          <p:nvPr/>
        </p:nvSpPr>
        <p:spPr>
          <a:xfrm>
            <a:off x="546099" y="1376160"/>
            <a:ext cx="9396187" cy="307777"/>
          </a:xfrm>
          <a:prstGeom prst="rect">
            <a:avLst/>
          </a:prstGeom>
          <a:noFill/>
        </p:spPr>
        <p:txBody>
          <a:bodyPr vertOverflow="overflow" vert="horz" wrap="square" lIns="0" tIns="0" rIns="0" bIns="0" rtlCol="0" anchor="t">
            <a:spAutoFit/>
          </a:bodyPr>
          <a:lstStyle/>
          <a:p>
            <a:pPr algn="l"/>
            <a:r>
              <a:rPr lang="en-US" sz="2000" dirty="0">
                <a:solidFill>
                  <a:srgbClr val="479FF8"/>
                </a:solidFill>
                <a:latin typeface="Open Sans SemiBold" pitchFamily="2" charset="0"/>
                <a:ea typeface="Open Sans SemiBold" pitchFamily="2" charset="0"/>
                <a:cs typeface="Open Sans SemiBold" pitchFamily="2" charset="0"/>
              </a:rPr>
              <a:t>Slide subtitle</a:t>
            </a:r>
          </a:p>
        </p:txBody>
      </p:sp>
    </p:spTree>
    <p:extLst>
      <p:ext uri="{BB962C8B-B14F-4D97-AF65-F5344CB8AC3E}">
        <p14:creationId xmlns:p14="http://schemas.microsoft.com/office/powerpoint/2010/main" val="1296111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166096B-8C46-3BA2-D97C-4E2EE038240C}"/>
              </a:ext>
            </a:extLst>
          </p:cNvPr>
          <p:cNvSpPr>
            <a:spLocks noGrp="1"/>
          </p:cNvSpPr>
          <p:nvPr>
            <p:ph type="sldNum" sz="quarter" idx="4"/>
          </p:nvPr>
        </p:nvSpPr>
        <p:spPr/>
        <p:txBody>
          <a:bodyPr/>
          <a:lstStyle/>
          <a:p>
            <a:fld id="{1B377F6A-2966-294D-95D7-FBB58FDBE7CB}" type="slidenum">
              <a:rPr lang="en-US" smtClean="0"/>
              <a:pPr/>
              <a:t>4</a:t>
            </a:fld>
            <a:endParaRPr lang="en-US" dirty="0"/>
          </a:p>
        </p:txBody>
      </p:sp>
      <p:sp>
        <p:nvSpPr>
          <p:cNvPr id="3" name="Footer Placeholder 2">
            <a:extLst>
              <a:ext uri="{FF2B5EF4-FFF2-40B4-BE49-F238E27FC236}">
                <a16:creationId xmlns:a16="http://schemas.microsoft.com/office/drawing/2014/main" id="{975C10E2-09F7-A408-DABC-D88E6FD3C20D}"/>
              </a:ext>
            </a:extLst>
          </p:cNvPr>
          <p:cNvSpPr>
            <a:spLocks noGrp="1"/>
          </p:cNvSpPr>
          <p:nvPr>
            <p:ph type="ftr" sz="quarter" idx="3"/>
          </p:nvPr>
        </p:nvSpPr>
        <p:spPr/>
        <p:txBody>
          <a:bodyPr/>
          <a:lstStyle/>
          <a:p>
            <a:r>
              <a:rPr lang="en-US" dirty="0"/>
              <a:t>©</a:t>
            </a:r>
            <a:fld id="{3FEB6F09-2C38-294C-994A-AB349969DE87}" type="datetimeyyyy">
              <a:rPr lang="en-GB" smtClean="0"/>
              <a:pPr/>
              <a:t>2026</a:t>
            </a:fld>
            <a:r>
              <a:rPr lang="en-US" dirty="0"/>
              <a:t> TrustFlight Ltd. All rights reserved. </a:t>
            </a:r>
          </a:p>
        </p:txBody>
      </p:sp>
      <p:sp>
        <p:nvSpPr>
          <p:cNvPr id="10" name="Title 7">
            <a:extLst>
              <a:ext uri="{FF2B5EF4-FFF2-40B4-BE49-F238E27FC236}">
                <a16:creationId xmlns:a16="http://schemas.microsoft.com/office/drawing/2014/main" id="{06E2CBAA-657A-EF27-95BC-D5E773961EF8}"/>
              </a:ext>
            </a:extLst>
          </p:cNvPr>
          <p:cNvSpPr>
            <a:spLocks noGrp="1"/>
          </p:cNvSpPr>
          <p:nvPr>
            <p:ph type="title"/>
          </p:nvPr>
        </p:nvSpPr>
        <p:spPr>
          <a:xfrm>
            <a:off x="540000" y="774000"/>
            <a:ext cx="5310467" cy="553998"/>
          </a:xfrm>
        </p:spPr>
        <p:txBody>
          <a:bodyPr/>
          <a:lstStyle/>
          <a:p>
            <a:r>
              <a:rPr lang="en-US" sz="4000" dirty="0"/>
              <a:t>Slide Title</a:t>
            </a:r>
          </a:p>
        </p:txBody>
      </p:sp>
      <p:sp>
        <p:nvSpPr>
          <p:cNvPr id="12" name="TextBox 11">
            <a:extLst>
              <a:ext uri="{FF2B5EF4-FFF2-40B4-BE49-F238E27FC236}">
                <a16:creationId xmlns:a16="http://schemas.microsoft.com/office/drawing/2014/main" id="{FB3D4EC7-BDE8-0754-7433-BE79F272B7F4}"/>
              </a:ext>
            </a:extLst>
          </p:cNvPr>
          <p:cNvSpPr txBox="1"/>
          <p:nvPr/>
        </p:nvSpPr>
        <p:spPr>
          <a:xfrm>
            <a:off x="546099" y="1376160"/>
            <a:ext cx="5273157" cy="307777"/>
          </a:xfrm>
          <a:prstGeom prst="rect">
            <a:avLst/>
          </a:prstGeom>
          <a:noFill/>
        </p:spPr>
        <p:txBody>
          <a:bodyPr vertOverflow="overflow" vert="horz" wrap="square" lIns="0" tIns="0" rIns="0" bIns="0" rtlCol="0" anchor="t">
            <a:spAutoFit/>
          </a:bodyPr>
          <a:lstStyle/>
          <a:p>
            <a:pPr algn="l"/>
            <a:r>
              <a:rPr lang="en-US" sz="2000" dirty="0">
                <a:solidFill>
                  <a:srgbClr val="479FF8"/>
                </a:solidFill>
                <a:latin typeface="Open Sans SemiBold" pitchFamily="2" charset="0"/>
                <a:ea typeface="Open Sans SemiBold" pitchFamily="2" charset="0"/>
                <a:cs typeface="Open Sans SemiBold" pitchFamily="2" charset="0"/>
              </a:rPr>
              <a:t>Slide subtitle</a:t>
            </a:r>
          </a:p>
        </p:txBody>
      </p:sp>
    </p:spTree>
    <p:extLst>
      <p:ext uri="{BB962C8B-B14F-4D97-AF65-F5344CB8AC3E}">
        <p14:creationId xmlns:p14="http://schemas.microsoft.com/office/powerpoint/2010/main" val="3100529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010306"/>
            </a:gs>
            <a:gs pos="100000">
              <a:srgbClr val="031022"/>
            </a:gs>
          </a:gsLst>
          <a:lin ang="3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5CB51-C492-0CF3-B897-F182A96F8FE2}"/>
              </a:ext>
            </a:extLst>
          </p:cNvPr>
          <p:cNvSpPr>
            <a:spLocks noGrp="1"/>
          </p:cNvSpPr>
          <p:nvPr>
            <p:ph type="title"/>
          </p:nvPr>
        </p:nvSpPr>
        <p:spPr>
          <a:xfrm>
            <a:off x="540000" y="773887"/>
            <a:ext cx="9462670" cy="553998"/>
          </a:xfrm>
        </p:spPr>
        <p:txBody>
          <a:bodyPr/>
          <a:lstStyle/>
          <a:p>
            <a:r>
              <a:rPr lang="en-US" sz="4000" dirty="0">
                <a:solidFill>
                  <a:schemeClr val="bg1"/>
                </a:solidFill>
                <a:latin typeface="Open Sans Light" pitchFamily="2" charset="0"/>
                <a:ea typeface="Open Sans Light" pitchFamily="2" charset="0"/>
                <a:cs typeface="Open Sans Light" pitchFamily="2" charset="0"/>
              </a:rPr>
              <a:t>Slide Title</a:t>
            </a:r>
          </a:p>
        </p:txBody>
      </p:sp>
      <p:sp>
        <p:nvSpPr>
          <p:cNvPr id="4" name="Slide Number Placeholder 3">
            <a:extLst>
              <a:ext uri="{FF2B5EF4-FFF2-40B4-BE49-F238E27FC236}">
                <a16:creationId xmlns:a16="http://schemas.microsoft.com/office/drawing/2014/main" id="{910A66E9-8931-42A9-646A-62CD922C3DC7}"/>
              </a:ext>
            </a:extLst>
          </p:cNvPr>
          <p:cNvSpPr>
            <a:spLocks noGrp="1"/>
          </p:cNvSpPr>
          <p:nvPr>
            <p:ph type="sldNum" sz="quarter" idx="4"/>
          </p:nvPr>
        </p:nvSpPr>
        <p:spPr/>
        <p:txBody>
          <a:bodyPr/>
          <a:lstStyle/>
          <a:p>
            <a:fld id="{1B377F6A-2966-294D-95D7-FBB58FDBE7CB}" type="slidenum">
              <a:rPr lang="en-US" smtClean="0"/>
              <a:pPr/>
              <a:t>5</a:t>
            </a:fld>
            <a:endParaRPr lang="en-US"/>
          </a:p>
        </p:txBody>
      </p:sp>
      <p:sp>
        <p:nvSpPr>
          <p:cNvPr id="5" name="Footer Placeholder 4">
            <a:extLst>
              <a:ext uri="{FF2B5EF4-FFF2-40B4-BE49-F238E27FC236}">
                <a16:creationId xmlns:a16="http://schemas.microsoft.com/office/drawing/2014/main" id="{911098A5-FDA6-218B-8FDA-301521600D35}"/>
              </a:ext>
            </a:extLst>
          </p:cNvPr>
          <p:cNvSpPr>
            <a:spLocks noGrp="1"/>
          </p:cNvSpPr>
          <p:nvPr>
            <p:ph type="ftr" sz="quarter" idx="3"/>
          </p:nvPr>
        </p:nvSpPr>
        <p:spPr>
          <a:xfrm>
            <a:off x="540000" y="6461968"/>
            <a:ext cx="3078186" cy="153888"/>
          </a:xfrm>
          <a:prstGeom prst="rect">
            <a:avLst/>
          </a:prstGeom>
        </p:spPr>
        <p:txBody>
          <a:bodyPr vert="horz" wrap="square" lIns="0" tIns="0" rIns="0" bIns="0" rtlCol="0" anchor="ctr">
            <a:spAutoFit/>
          </a:bodyPr>
          <a:lstStyle>
            <a:lvl1pPr algn="l">
              <a:defRPr sz="1000" b="0" i="0">
                <a:solidFill>
                  <a:srgbClr val="242D4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dirty="0"/>
              <a:t>©</a:t>
            </a:r>
            <a:fld id="{3FEB6F09-2C38-294C-994A-AB349969DE87}" type="datetimeyyyy">
              <a:rPr lang="en-GB" smtClean="0"/>
              <a:pPr/>
              <a:t>2026</a:t>
            </a:fld>
            <a:r>
              <a:rPr lang="en-US" dirty="0"/>
              <a:t> </a:t>
            </a:r>
            <a:r>
              <a:rPr lang="en-US" dirty="0" err="1"/>
              <a:t>TrustFlight</a:t>
            </a:r>
            <a:r>
              <a:rPr lang="en-US" dirty="0"/>
              <a:t> Ltd. All rights reserved. </a:t>
            </a:r>
          </a:p>
        </p:txBody>
      </p:sp>
    </p:spTree>
    <p:extLst>
      <p:ext uri="{BB962C8B-B14F-4D97-AF65-F5344CB8AC3E}">
        <p14:creationId xmlns:p14="http://schemas.microsoft.com/office/powerpoint/2010/main" val="2701429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142FB2-D27B-8EA1-E477-92FB93D5906E}"/>
              </a:ext>
            </a:extLst>
          </p:cNvPr>
          <p:cNvSpPr>
            <a:spLocks noGrp="1"/>
          </p:cNvSpPr>
          <p:nvPr>
            <p:ph type="title"/>
          </p:nvPr>
        </p:nvSpPr>
        <p:spPr>
          <a:xfrm>
            <a:off x="540000" y="774000"/>
            <a:ext cx="9462670" cy="553998"/>
          </a:xfrm>
        </p:spPr>
        <p:txBody>
          <a:bodyPr/>
          <a:lstStyle/>
          <a:p>
            <a:r>
              <a:rPr lang="en-US" sz="4000" dirty="0"/>
              <a:t>Slide Title</a:t>
            </a:r>
          </a:p>
        </p:txBody>
      </p:sp>
      <p:sp>
        <p:nvSpPr>
          <p:cNvPr id="5" name="Slide Number Placeholder 4">
            <a:extLst>
              <a:ext uri="{FF2B5EF4-FFF2-40B4-BE49-F238E27FC236}">
                <a16:creationId xmlns:a16="http://schemas.microsoft.com/office/drawing/2014/main" id="{68562A10-B3FE-CCD6-3B68-053CD49D0462}"/>
              </a:ext>
            </a:extLst>
          </p:cNvPr>
          <p:cNvSpPr>
            <a:spLocks noGrp="1"/>
          </p:cNvSpPr>
          <p:nvPr>
            <p:ph type="sldNum" sz="quarter" idx="4"/>
          </p:nvPr>
        </p:nvSpPr>
        <p:spPr/>
        <p:txBody>
          <a:bodyPr/>
          <a:lstStyle/>
          <a:p>
            <a:fld id="{1B377F6A-2966-294D-95D7-FBB58FDBE7CB}" type="slidenum">
              <a:rPr lang="en-US" smtClean="0"/>
              <a:pPr/>
              <a:t>6</a:t>
            </a:fld>
            <a:endParaRPr lang="en-US"/>
          </a:p>
        </p:txBody>
      </p:sp>
      <p:sp>
        <p:nvSpPr>
          <p:cNvPr id="12" name="Content Placeholder 4">
            <a:extLst>
              <a:ext uri="{FF2B5EF4-FFF2-40B4-BE49-F238E27FC236}">
                <a16:creationId xmlns:a16="http://schemas.microsoft.com/office/drawing/2014/main" id="{7A6A3014-D139-ED15-CA4C-45DFB26D1B85}"/>
              </a:ext>
            </a:extLst>
          </p:cNvPr>
          <p:cNvSpPr txBox="1">
            <a:spLocks/>
          </p:cNvSpPr>
          <p:nvPr/>
        </p:nvSpPr>
        <p:spPr>
          <a:xfrm>
            <a:off x="540000" y="1382429"/>
            <a:ext cx="6905829" cy="215444"/>
          </a:xfrm>
          <a:prstGeom prst="rect">
            <a:avLst/>
          </a:prstGeom>
        </p:spPr>
        <p:txBody>
          <a:bodyPr vert="horz" wrap="square" lIns="0" tIns="0" rIns="0" bIns="0" rtlCol="0">
            <a:spAutoFit/>
          </a:bodyPr>
          <a:lstStyle>
            <a:lvl1pPr marL="228589" indent="-228589" algn="l" defTabSz="914355" rtl="0" eaLnBrk="1" latinLnBrk="0" hangingPunct="1">
              <a:lnSpc>
                <a:spcPct val="90000"/>
              </a:lnSpc>
              <a:spcBef>
                <a:spcPts val="1000"/>
              </a:spcBef>
              <a:buClr>
                <a:srgbClr val="1E5BB5"/>
              </a:buClr>
              <a:buFont typeface="Arial" panose="020B0604020202020204" pitchFamily="34" charset="0"/>
              <a:buChar char="•"/>
              <a:defRPr sz="2400" b="0" i="0" kern="1200">
                <a:solidFill>
                  <a:schemeClr val="bg1"/>
                </a:solidFill>
                <a:latin typeface="Open Sans Light" panose="020B0606030504020204" pitchFamily="34" charset="0"/>
                <a:ea typeface="Open Sans Light" panose="020B0606030504020204" pitchFamily="34" charset="0"/>
                <a:cs typeface="Open Sans Light" panose="020B0606030504020204" pitchFamily="34" charset="0"/>
              </a:defRPr>
            </a:lvl1pPr>
            <a:lvl2pPr marL="685766" indent="-228589" algn="l" defTabSz="914355" rtl="0" eaLnBrk="1" latinLnBrk="0" hangingPunct="1">
              <a:lnSpc>
                <a:spcPct val="90000"/>
              </a:lnSpc>
              <a:spcBef>
                <a:spcPts val="500"/>
              </a:spcBef>
              <a:buClr>
                <a:srgbClr val="1E5BB5"/>
              </a:buClr>
              <a:buFont typeface="Arial" panose="020B0604020202020204" pitchFamily="34" charset="0"/>
              <a:buChar char="•"/>
              <a:defRPr sz="1400" b="0" i="0" kern="1200">
                <a:solidFill>
                  <a:srgbClr val="E0E8F7"/>
                </a:solidFill>
                <a:latin typeface="Open Sans Light" panose="020B0606030504020204" pitchFamily="34" charset="0"/>
                <a:ea typeface="Open Sans Light" panose="020B0606030504020204" pitchFamily="34" charset="0"/>
                <a:cs typeface="Open Sans Light" panose="020B0606030504020204" pitchFamily="34" charset="0"/>
              </a:defRPr>
            </a:lvl2pPr>
            <a:lvl3pPr marL="1142943" indent="-228589" algn="l" defTabSz="914355" rtl="0" eaLnBrk="1" latinLnBrk="0" hangingPunct="1">
              <a:lnSpc>
                <a:spcPct val="90000"/>
              </a:lnSpc>
              <a:spcBef>
                <a:spcPts val="500"/>
              </a:spcBef>
              <a:buClr>
                <a:srgbClr val="1E5BB5"/>
              </a:buClr>
              <a:buFont typeface="Arial" panose="020B0604020202020204" pitchFamily="34" charset="0"/>
              <a:buChar char="•"/>
              <a:defRPr sz="1400" b="0" i="0" kern="1200">
                <a:solidFill>
                  <a:srgbClr val="E0E8F7"/>
                </a:solidFill>
                <a:latin typeface="Open Sans Light" panose="020B0606030504020204" pitchFamily="34" charset="0"/>
                <a:ea typeface="Open Sans Light" panose="020B0606030504020204" pitchFamily="34" charset="0"/>
                <a:cs typeface="Open Sans Light" panose="020B0606030504020204" pitchFamily="34" charset="0"/>
              </a:defRPr>
            </a:lvl3pPr>
            <a:lvl4pPr marL="1600120" indent="-228589" algn="l" defTabSz="914355" rtl="0" eaLnBrk="1" latinLnBrk="0" hangingPunct="1">
              <a:lnSpc>
                <a:spcPct val="90000"/>
              </a:lnSpc>
              <a:spcBef>
                <a:spcPts val="500"/>
              </a:spcBef>
              <a:buClr>
                <a:srgbClr val="1E5BB5"/>
              </a:buClr>
              <a:buFont typeface="Arial" panose="020B0604020202020204" pitchFamily="34" charset="0"/>
              <a:buChar char="•"/>
              <a:defRPr sz="1400" b="0" i="0" kern="1200">
                <a:solidFill>
                  <a:srgbClr val="E0E8F7"/>
                </a:solidFill>
                <a:latin typeface="Open Sans Light" panose="020B0606030504020204" pitchFamily="34" charset="0"/>
                <a:ea typeface="Open Sans Light" panose="020B0606030504020204" pitchFamily="34" charset="0"/>
                <a:cs typeface="Open Sans Light" panose="020B0606030504020204" pitchFamily="34" charset="0"/>
              </a:defRPr>
            </a:lvl4pPr>
            <a:lvl5pPr marL="2057297" indent="-228589" algn="l" defTabSz="914355" rtl="0" eaLnBrk="1" latinLnBrk="0" hangingPunct="1">
              <a:lnSpc>
                <a:spcPct val="90000"/>
              </a:lnSpc>
              <a:spcBef>
                <a:spcPts val="500"/>
              </a:spcBef>
              <a:buClr>
                <a:srgbClr val="1E5BB5"/>
              </a:buClr>
              <a:buFont typeface="Arial" panose="020B0604020202020204" pitchFamily="34" charset="0"/>
              <a:buChar char="•"/>
              <a:defRPr sz="1400" b="0" i="0" kern="1200">
                <a:solidFill>
                  <a:srgbClr val="E0E8F7"/>
                </a:solidFill>
                <a:latin typeface="Open Sans Light" panose="020B0606030504020204" pitchFamily="34" charset="0"/>
                <a:ea typeface="Open Sans Light" panose="020B0606030504020204" pitchFamily="34" charset="0"/>
                <a:cs typeface="Open Sans Light" panose="020B0606030504020204" pitchFamily="34" charset="0"/>
              </a:defRPr>
            </a:lvl5pPr>
            <a:lvl6pPr marL="2514475"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Aft>
                <a:spcPts val="600"/>
              </a:spcAft>
              <a:buClr>
                <a:srgbClr val="479FF8"/>
              </a:buClr>
              <a:buSzPct val="150000"/>
              <a:buNone/>
            </a:pPr>
            <a:r>
              <a:rPr lang="en-US" sz="1400" b="1" dirty="0">
                <a:solidFill>
                  <a:srgbClr val="1E5BB5"/>
                </a:solidFill>
                <a:latin typeface="Open Sans SemiBold" pitchFamily="2" charset="0"/>
                <a:ea typeface="Open Sans SemiBold" pitchFamily="2" charset="0"/>
                <a:cs typeface="Open Sans SemiBold" pitchFamily="2" charset="0"/>
              </a:rPr>
              <a:t>Slide subtitle</a:t>
            </a:r>
          </a:p>
        </p:txBody>
      </p:sp>
      <p:sp>
        <p:nvSpPr>
          <p:cNvPr id="8" name="Footer Placeholder 4">
            <a:extLst>
              <a:ext uri="{FF2B5EF4-FFF2-40B4-BE49-F238E27FC236}">
                <a16:creationId xmlns:a16="http://schemas.microsoft.com/office/drawing/2014/main" id="{CD32B7AD-73A8-00A3-C5D2-3206338E264D}"/>
              </a:ext>
            </a:extLst>
          </p:cNvPr>
          <p:cNvSpPr>
            <a:spLocks noGrp="1"/>
          </p:cNvSpPr>
          <p:nvPr>
            <p:ph type="ftr" sz="quarter" idx="3"/>
          </p:nvPr>
        </p:nvSpPr>
        <p:spPr>
          <a:xfrm>
            <a:off x="540000" y="6461968"/>
            <a:ext cx="3078186" cy="153888"/>
          </a:xfrm>
          <a:prstGeom prst="rect">
            <a:avLst/>
          </a:prstGeom>
        </p:spPr>
        <p:txBody>
          <a:bodyPr vert="horz" wrap="square" lIns="0" tIns="0" rIns="0" bIns="0" rtlCol="0" anchor="ctr">
            <a:spAutoFit/>
          </a:bodyPr>
          <a:lstStyle>
            <a:lvl1pPr algn="l">
              <a:defRPr sz="1000" b="0" i="0">
                <a:solidFill>
                  <a:srgbClr val="242D4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dirty="0"/>
              <a:t>©</a:t>
            </a:r>
            <a:fld id="{3FEB6F09-2C38-294C-994A-AB349969DE87}" type="datetimeyyyy">
              <a:rPr lang="en-GB" smtClean="0"/>
              <a:pPr/>
              <a:t>2026</a:t>
            </a:fld>
            <a:r>
              <a:rPr lang="en-US" dirty="0"/>
              <a:t> </a:t>
            </a:r>
            <a:r>
              <a:rPr lang="en-US" dirty="0" err="1"/>
              <a:t>TrustFlight</a:t>
            </a:r>
            <a:r>
              <a:rPr lang="en-US" dirty="0"/>
              <a:t> Ltd. All rights reserved. </a:t>
            </a:r>
          </a:p>
        </p:txBody>
      </p:sp>
    </p:spTree>
    <p:extLst>
      <p:ext uri="{BB962C8B-B14F-4D97-AF65-F5344CB8AC3E}">
        <p14:creationId xmlns:p14="http://schemas.microsoft.com/office/powerpoint/2010/main" val="33799805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17DDBC-B2FB-99C0-9B37-07D833F98018}"/>
              </a:ext>
            </a:extLst>
          </p:cNvPr>
          <p:cNvSpPr txBox="1">
            <a:spLocks/>
          </p:cNvSpPr>
          <p:nvPr/>
        </p:nvSpPr>
        <p:spPr>
          <a:xfrm>
            <a:off x="1167864" y="2304097"/>
            <a:ext cx="9354088" cy="747897"/>
          </a:xfrm>
          <a:prstGeom prst="rect">
            <a:avLst/>
          </a:prstGeom>
        </p:spPr>
        <p:txBody>
          <a:bodyPr vert="horz" wrap="square" lIns="0" tIns="0" rIns="0" bIns="0" rtlCol="0" anchor="t" anchorCtr="0">
            <a:spAutoFit/>
          </a:bodyPr>
          <a:lstStyle>
            <a:lvl1pPr algn="ctr" defTabSz="914355" rtl="0" eaLnBrk="1" latinLnBrk="0" hangingPunct="1">
              <a:lnSpc>
                <a:spcPct val="90000"/>
              </a:lnSpc>
              <a:spcBef>
                <a:spcPct val="0"/>
              </a:spcBef>
              <a:buNone/>
              <a:defRPr sz="5400" b="0" i="0" kern="1200">
                <a:solidFill>
                  <a:srgbClr val="E0E8F7"/>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l"/>
            <a:r>
              <a:rPr lang="en-US"/>
              <a:t>Thank You!</a:t>
            </a:r>
            <a:endParaRPr lang="en-US" dirty="0"/>
          </a:p>
        </p:txBody>
      </p:sp>
      <p:pic>
        <p:nvPicPr>
          <p:cNvPr id="8" name="Picture 7">
            <a:extLst>
              <a:ext uri="{FF2B5EF4-FFF2-40B4-BE49-F238E27FC236}">
                <a16:creationId xmlns:a16="http://schemas.microsoft.com/office/drawing/2014/main" id="{03160FDF-6C19-F1A5-A727-EA339F07666B}"/>
              </a:ext>
            </a:extLst>
          </p:cNvPr>
          <p:cNvPicPr>
            <a:picLocks noChangeAspect="1"/>
          </p:cNvPicPr>
          <p:nvPr/>
        </p:nvPicPr>
        <p:blipFill>
          <a:blip r:embed="rId2"/>
          <a:srcRect/>
          <a:stretch/>
        </p:blipFill>
        <p:spPr>
          <a:xfrm>
            <a:off x="472617" y="3977042"/>
            <a:ext cx="2682064" cy="450009"/>
          </a:xfrm>
          <a:prstGeom prst="rect">
            <a:avLst/>
          </a:prstGeom>
        </p:spPr>
      </p:pic>
      <p:sp>
        <p:nvSpPr>
          <p:cNvPr id="9" name="Content Placeholder 4">
            <a:extLst>
              <a:ext uri="{FF2B5EF4-FFF2-40B4-BE49-F238E27FC236}">
                <a16:creationId xmlns:a16="http://schemas.microsoft.com/office/drawing/2014/main" id="{15148AE0-FB22-4991-0CAB-420C5BDD2588}"/>
              </a:ext>
            </a:extLst>
          </p:cNvPr>
          <p:cNvSpPr txBox="1">
            <a:spLocks/>
          </p:cNvSpPr>
          <p:nvPr/>
        </p:nvSpPr>
        <p:spPr>
          <a:xfrm>
            <a:off x="1167864" y="4590545"/>
            <a:ext cx="9591957" cy="923330"/>
          </a:xfrm>
          <a:prstGeom prst="rect">
            <a:avLst/>
          </a:prstGeom>
        </p:spPr>
        <p:txBody>
          <a:bodyPr vert="horz" wrap="square" lIns="0" tIns="0" rIns="0" bIns="0" rtlCol="0">
            <a:spAutoFit/>
          </a:bodyPr>
          <a:lstStyle>
            <a:lvl1pPr marL="228589" indent="-228589" algn="l" defTabSz="914355" rtl="0" eaLnBrk="1" latinLnBrk="0" hangingPunct="1">
              <a:lnSpc>
                <a:spcPct val="90000"/>
              </a:lnSpc>
              <a:spcBef>
                <a:spcPts val="1000"/>
              </a:spcBef>
              <a:buClr>
                <a:srgbClr val="1E5BB5"/>
              </a:buClr>
              <a:buFont typeface="Arial" panose="020B0604020202020204" pitchFamily="34" charset="0"/>
              <a:buChar char="•"/>
              <a:defRPr sz="2400" b="0" i="0" kern="1200">
                <a:solidFill>
                  <a:schemeClr val="bg1"/>
                </a:solidFill>
                <a:latin typeface="Open Sans Light" panose="020B0606030504020204" pitchFamily="34" charset="0"/>
                <a:ea typeface="Open Sans Light" panose="020B0606030504020204" pitchFamily="34" charset="0"/>
                <a:cs typeface="Open Sans Light" panose="020B0606030504020204" pitchFamily="34" charset="0"/>
              </a:defRPr>
            </a:lvl1pPr>
            <a:lvl2pPr marL="685766" indent="-228589" algn="l" defTabSz="914355" rtl="0" eaLnBrk="1" latinLnBrk="0" hangingPunct="1">
              <a:lnSpc>
                <a:spcPct val="90000"/>
              </a:lnSpc>
              <a:spcBef>
                <a:spcPts val="500"/>
              </a:spcBef>
              <a:buClr>
                <a:srgbClr val="1E5BB5"/>
              </a:buClr>
              <a:buFont typeface="Arial" panose="020B0604020202020204" pitchFamily="34" charset="0"/>
              <a:buChar char="•"/>
              <a:defRPr sz="1400" b="0" i="0" kern="1200">
                <a:solidFill>
                  <a:srgbClr val="E0E8F7"/>
                </a:solidFill>
                <a:latin typeface="Open Sans Light" panose="020B0606030504020204" pitchFamily="34" charset="0"/>
                <a:ea typeface="Open Sans Light" panose="020B0606030504020204" pitchFamily="34" charset="0"/>
                <a:cs typeface="Open Sans Light" panose="020B0606030504020204" pitchFamily="34" charset="0"/>
              </a:defRPr>
            </a:lvl2pPr>
            <a:lvl3pPr marL="1142943" indent="-228589" algn="l" defTabSz="914355" rtl="0" eaLnBrk="1" latinLnBrk="0" hangingPunct="1">
              <a:lnSpc>
                <a:spcPct val="90000"/>
              </a:lnSpc>
              <a:spcBef>
                <a:spcPts val="500"/>
              </a:spcBef>
              <a:buClr>
                <a:srgbClr val="1E5BB5"/>
              </a:buClr>
              <a:buFont typeface="Arial" panose="020B0604020202020204" pitchFamily="34" charset="0"/>
              <a:buChar char="•"/>
              <a:defRPr sz="1400" b="0" i="0" kern="1200">
                <a:solidFill>
                  <a:srgbClr val="E0E8F7"/>
                </a:solidFill>
                <a:latin typeface="Open Sans Light" panose="020B0606030504020204" pitchFamily="34" charset="0"/>
                <a:ea typeface="Open Sans Light" panose="020B0606030504020204" pitchFamily="34" charset="0"/>
                <a:cs typeface="Open Sans Light" panose="020B0606030504020204" pitchFamily="34" charset="0"/>
              </a:defRPr>
            </a:lvl3pPr>
            <a:lvl4pPr marL="1600120" indent="-228589" algn="l" defTabSz="914355" rtl="0" eaLnBrk="1" latinLnBrk="0" hangingPunct="1">
              <a:lnSpc>
                <a:spcPct val="90000"/>
              </a:lnSpc>
              <a:spcBef>
                <a:spcPts val="500"/>
              </a:spcBef>
              <a:buClr>
                <a:srgbClr val="1E5BB5"/>
              </a:buClr>
              <a:buFont typeface="Arial" panose="020B0604020202020204" pitchFamily="34" charset="0"/>
              <a:buChar char="•"/>
              <a:defRPr sz="1400" b="0" i="0" kern="1200">
                <a:solidFill>
                  <a:srgbClr val="E0E8F7"/>
                </a:solidFill>
                <a:latin typeface="Open Sans Light" panose="020B0606030504020204" pitchFamily="34" charset="0"/>
                <a:ea typeface="Open Sans Light" panose="020B0606030504020204" pitchFamily="34" charset="0"/>
                <a:cs typeface="Open Sans Light" panose="020B0606030504020204" pitchFamily="34" charset="0"/>
              </a:defRPr>
            </a:lvl4pPr>
            <a:lvl5pPr marL="2057297" indent="-228589" algn="l" defTabSz="914355" rtl="0" eaLnBrk="1" latinLnBrk="0" hangingPunct="1">
              <a:lnSpc>
                <a:spcPct val="90000"/>
              </a:lnSpc>
              <a:spcBef>
                <a:spcPts val="500"/>
              </a:spcBef>
              <a:buClr>
                <a:srgbClr val="1E5BB5"/>
              </a:buClr>
              <a:buFont typeface="Arial" panose="020B0604020202020204" pitchFamily="34" charset="0"/>
              <a:buChar char="•"/>
              <a:defRPr sz="1400" b="0" i="0" kern="1200">
                <a:solidFill>
                  <a:srgbClr val="E0E8F7"/>
                </a:solidFill>
                <a:latin typeface="Open Sans Light" panose="020B0606030504020204" pitchFamily="34" charset="0"/>
                <a:ea typeface="Open Sans Light" panose="020B0606030504020204" pitchFamily="34" charset="0"/>
                <a:cs typeface="Open Sans Light" panose="020B0606030504020204" pitchFamily="34" charset="0"/>
              </a:defRPr>
            </a:lvl5pPr>
            <a:lvl6pPr marL="2514475"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55" rtl="0" eaLnBrk="1" fontAlgn="auto" latinLnBrk="0" hangingPunct="1">
              <a:lnSpc>
                <a:spcPct val="100000"/>
              </a:lnSpc>
              <a:spcBef>
                <a:spcPts val="0"/>
              </a:spcBef>
              <a:spcAft>
                <a:spcPts val="600"/>
              </a:spcAft>
              <a:buClr>
                <a:srgbClr val="479FF8"/>
              </a:buClr>
              <a:buSzPct val="150000"/>
              <a:buFont typeface="Arial" panose="020B0604020202020204" pitchFamily="34" charset="0"/>
              <a:buNone/>
              <a:tabLst/>
              <a:defRPr/>
            </a:pPr>
            <a:r>
              <a:rPr kumimoji="0" lang="en-US" sz="1100" b="1" u="none" strike="noStrike" kern="1200" cap="none" spc="0" normalizeH="0" baseline="0" noProof="0" dirty="0">
                <a:ln>
                  <a:noFill/>
                </a:ln>
                <a:solidFill>
                  <a:srgbClr val="CFE2F3"/>
                </a:solidFill>
                <a:effectLst/>
                <a:uLnTx/>
                <a:uFillTx/>
                <a:latin typeface="Open Sans ExtraBold" pitchFamily="2" charset="0"/>
                <a:ea typeface="Open Sans ExtraBold" pitchFamily="2" charset="0"/>
                <a:cs typeface="Open Sans ExtraBold" pitchFamily="2" charset="0"/>
              </a:rPr>
              <a:t>TrustFlight is a global technology innovator dedicated to accelerating digital transformation in aerospace and aviation.</a:t>
            </a:r>
          </a:p>
          <a:p>
            <a:pPr marL="0" marR="0" lvl="0" indent="0" algn="l" defTabSz="914355" rtl="0" eaLnBrk="1" fontAlgn="auto" latinLnBrk="0" hangingPunct="1">
              <a:lnSpc>
                <a:spcPct val="100000"/>
              </a:lnSpc>
              <a:spcBef>
                <a:spcPts val="0"/>
              </a:spcBef>
              <a:spcAft>
                <a:spcPts val="600"/>
              </a:spcAft>
              <a:buClr>
                <a:srgbClr val="479FF8"/>
              </a:buClr>
              <a:buSzPct val="150000"/>
              <a:buFont typeface="Arial" panose="020B0604020202020204" pitchFamily="34" charset="0"/>
              <a:buNone/>
              <a:tabLst/>
              <a:defRPr/>
            </a:pPr>
            <a:r>
              <a:rPr lang="en-US" sz="1100" dirty="0">
                <a:solidFill>
                  <a:srgbClr val="CFE2F3"/>
                </a:solidFill>
              </a:rPr>
              <a:t>S</a:t>
            </a:r>
            <a:r>
              <a:rPr kumimoji="0" lang="en-US" sz="1100" b="0" i="0" u="none" strike="noStrike" kern="1200" cap="none" spc="0" normalizeH="0" baseline="0" noProof="0" dirty="0" err="1">
                <a:ln>
                  <a:noFill/>
                </a:ln>
                <a:solidFill>
                  <a:srgbClr val="CFE2F3"/>
                </a:solidFill>
                <a:effectLst/>
                <a:uLnTx/>
                <a:uFillTx/>
                <a:latin typeface="Open Sans Light" panose="020B0606030504020204" pitchFamily="34" charset="0"/>
                <a:ea typeface="Open Sans Light" panose="020B0606030504020204" pitchFamily="34" charset="0"/>
                <a:cs typeface="Open Sans Light" panose="020B0606030504020204" pitchFamily="34" charset="0"/>
              </a:rPr>
              <a:t>erving</a:t>
            </a:r>
            <a:r>
              <a:rPr kumimoji="0" lang="en-US" sz="1100" b="0" i="0" u="none" strike="noStrike" kern="1200" cap="none" spc="0" normalizeH="0" baseline="0" noProof="0" dirty="0">
                <a:ln>
                  <a:noFill/>
                </a:ln>
                <a:solidFill>
                  <a:srgbClr val="CFE2F3"/>
                </a:solidFill>
                <a:effectLst/>
                <a:uLnTx/>
                <a:uFillTx/>
                <a:latin typeface="Open Sans Light" panose="020B0606030504020204" pitchFamily="34" charset="0"/>
                <a:ea typeface="Open Sans Light" panose="020B0606030504020204" pitchFamily="34" charset="0"/>
                <a:cs typeface="Open Sans Light" panose="020B0606030504020204" pitchFamily="34" charset="0"/>
              </a:rPr>
              <a:t> over 200,000 active users worldwide across 1,600+ customers, TrustFlight provides leading-edge software and services to every segment of aviation, including airports, operators, MROs, regulators, and more. Its robust portfolio includes powerful SaaS workflow automation platforms, groundbreaking agentic AI technologies, comprehensive CAMO services, as well as expert AOC consulting and Manual Revision Services. TrustFlight partners with airports, operators, MROs, regulatory authorities, and aviation professionals to drive innovation and set new standards of excellence.</a:t>
            </a:r>
          </a:p>
        </p:txBody>
      </p:sp>
      <p:grpSp>
        <p:nvGrpSpPr>
          <p:cNvPr id="2" name="Group 1">
            <a:extLst>
              <a:ext uri="{FF2B5EF4-FFF2-40B4-BE49-F238E27FC236}">
                <a16:creationId xmlns:a16="http://schemas.microsoft.com/office/drawing/2014/main" id="{2DFCEA43-7068-26FC-2B37-ED1E9E2C47E0}"/>
              </a:ext>
            </a:extLst>
          </p:cNvPr>
          <p:cNvGrpSpPr/>
          <p:nvPr/>
        </p:nvGrpSpPr>
        <p:grpSpPr>
          <a:xfrm>
            <a:off x="1167864" y="5730503"/>
            <a:ext cx="8218241" cy="470197"/>
            <a:chOff x="1167864" y="5797775"/>
            <a:chExt cx="8218241" cy="470197"/>
          </a:xfrm>
        </p:grpSpPr>
        <p:sp>
          <p:nvSpPr>
            <p:cNvPr id="3" name="Rounded Rectangle 2">
              <a:hlinkClick r:id="rId3"/>
              <a:extLst>
                <a:ext uri="{FF2B5EF4-FFF2-40B4-BE49-F238E27FC236}">
                  <a16:creationId xmlns:a16="http://schemas.microsoft.com/office/drawing/2014/main" id="{108D0804-1A6E-562B-14AE-AFCDD7121DFD}"/>
                </a:ext>
              </a:extLst>
            </p:cNvPr>
            <p:cNvSpPr/>
            <p:nvPr/>
          </p:nvSpPr>
          <p:spPr>
            <a:xfrm>
              <a:off x="1167864" y="5797775"/>
              <a:ext cx="2478410" cy="468923"/>
            </a:xfrm>
            <a:prstGeom prst="roundRect">
              <a:avLst>
                <a:gd name="adj" fmla="val 50000"/>
              </a:avLst>
            </a:prstGeom>
            <a:solidFill>
              <a:srgbClr val="083976">
                <a:alpha val="25000"/>
              </a:srgbClr>
            </a:solidFill>
            <a:ln w="6350">
              <a:solidFill>
                <a:srgbClr val="00D5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err="1">
                  <a:solidFill>
                    <a:srgbClr val="00D5FF"/>
                  </a:solidFill>
                  <a:latin typeface="Open Sans SemiBold" pitchFamily="2" charset="0"/>
                  <a:ea typeface="Open Sans SemiBold" pitchFamily="2" charset="0"/>
                  <a:cs typeface="Open Sans SemiBold" pitchFamily="2" charset="0"/>
                </a:rPr>
                <a:t>sales@trustflight.com</a:t>
              </a:r>
              <a:endParaRPr lang="en-US" sz="1400" b="1" dirty="0">
                <a:solidFill>
                  <a:srgbClr val="00D5FF"/>
                </a:solidFill>
                <a:latin typeface="Open Sans SemiBold" pitchFamily="2" charset="0"/>
                <a:ea typeface="Open Sans SemiBold" pitchFamily="2" charset="0"/>
                <a:cs typeface="Open Sans SemiBold" pitchFamily="2" charset="0"/>
              </a:endParaRPr>
            </a:p>
          </p:txBody>
        </p:sp>
        <p:sp>
          <p:nvSpPr>
            <p:cNvPr id="4" name="Rounded Rectangle 3">
              <a:hlinkClick r:id="rId4"/>
              <a:extLst>
                <a:ext uri="{FF2B5EF4-FFF2-40B4-BE49-F238E27FC236}">
                  <a16:creationId xmlns:a16="http://schemas.microsoft.com/office/drawing/2014/main" id="{83415C92-0C71-93FE-9531-0DFCFFDB10A8}"/>
                </a:ext>
              </a:extLst>
            </p:cNvPr>
            <p:cNvSpPr/>
            <p:nvPr/>
          </p:nvSpPr>
          <p:spPr>
            <a:xfrm>
              <a:off x="3814362" y="5797775"/>
              <a:ext cx="2030077" cy="468923"/>
            </a:xfrm>
            <a:prstGeom prst="roundRect">
              <a:avLst>
                <a:gd name="adj" fmla="val 50000"/>
              </a:avLst>
            </a:prstGeom>
            <a:solidFill>
              <a:srgbClr val="083976">
                <a:alpha val="25000"/>
              </a:srgbClr>
            </a:solidFill>
            <a:ln w="6350">
              <a:solidFill>
                <a:srgbClr val="00D5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err="1">
                  <a:latin typeface="Open Sans SemiBold" pitchFamily="2" charset="0"/>
                  <a:ea typeface="Open Sans SemiBold" pitchFamily="2" charset="0"/>
                  <a:cs typeface="Open Sans SemiBold" pitchFamily="2" charset="0"/>
                </a:rPr>
                <a:t>trustflight.com</a:t>
              </a:r>
              <a:endParaRPr lang="en-US" sz="1400" b="1" dirty="0">
                <a:latin typeface="Open Sans SemiBold" pitchFamily="2" charset="0"/>
                <a:ea typeface="Open Sans SemiBold" pitchFamily="2" charset="0"/>
                <a:cs typeface="Open Sans SemiBold" pitchFamily="2" charset="0"/>
              </a:endParaRPr>
            </a:p>
          </p:txBody>
        </p:sp>
        <p:sp>
          <p:nvSpPr>
            <p:cNvPr id="5" name="Rounded Rectangle 4">
              <a:extLst>
                <a:ext uri="{FF2B5EF4-FFF2-40B4-BE49-F238E27FC236}">
                  <a16:creationId xmlns:a16="http://schemas.microsoft.com/office/drawing/2014/main" id="{F8111922-8256-1298-7BA3-472ABD50CB79}"/>
                </a:ext>
              </a:extLst>
            </p:cNvPr>
            <p:cNvSpPr/>
            <p:nvPr/>
          </p:nvSpPr>
          <p:spPr>
            <a:xfrm>
              <a:off x="6012527" y="5797775"/>
              <a:ext cx="2478410" cy="468923"/>
            </a:xfrm>
            <a:prstGeom prst="roundRect">
              <a:avLst>
                <a:gd name="adj" fmla="val 50000"/>
              </a:avLst>
            </a:prstGeom>
            <a:solidFill>
              <a:srgbClr val="083976">
                <a:alpha val="25000"/>
              </a:srgbClr>
            </a:solidFill>
            <a:ln w="6350">
              <a:solidFill>
                <a:srgbClr val="00D5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00D5FF"/>
                  </a:solidFill>
                  <a:latin typeface="Open Sans SemiBold" pitchFamily="2" charset="0"/>
                  <a:ea typeface="Open Sans SemiBold" pitchFamily="2" charset="0"/>
                  <a:cs typeface="Open Sans SemiBold" pitchFamily="2" charset="0"/>
                </a:rPr>
                <a:t>+44 (0) 330 229 0219</a:t>
              </a:r>
            </a:p>
          </p:txBody>
        </p:sp>
        <p:grpSp>
          <p:nvGrpSpPr>
            <p:cNvPr id="10" name="Group 9">
              <a:extLst>
                <a:ext uri="{FF2B5EF4-FFF2-40B4-BE49-F238E27FC236}">
                  <a16:creationId xmlns:a16="http://schemas.microsoft.com/office/drawing/2014/main" id="{7AD73A09-974B-EFF4-8C39-60A03578CF81}"/>
                </a:ext>
              </a:extLst>
            </p:cNvPr>
            <p:cNvGrpSpPr/>
            <p:nvPr/>
          </p:nvGrpSpPr>
          <p:grpSpPr>
            <a:xfrm>
              <a:off x="8659025" y="5799049"/>
              <a:ext cx="727080" cy="468923"/>
              <a:chOff x="8791183" y="5834900"/>
              <a:chExt cx="727080" cy="468923"/>
            </a:xfrm>
          </p:grpSpPr>
          <p:sp>
            <p:nvSpPr>
              <p:cNvPr id="11" name="Rounded Rectangle 10">
                <a:hlinkClick r:id="rId5"/>
                <a:extLst>
                  <a:ext uri="{FF2B5EF4-FFF2-40B4-BE49-F238E27FC236}">
                    <a16:creationId xmlns:a16="http://schemas.microsoft.com/office/drawing/2014/main" id="{3C50C86C-ABF2-2A7B-7C10-8C5228754046}"/>
                  </a:ext>
                </a:extLst>
              </p:cNvPr>
              <p:cNvSpPr/>
              <p:nvPr/>
            </p:nvSpPr>
            <p:spPr>
              <a:xfrm>
                <a:off x="8791183" y="5834900"/>
                <a:ext cx="727080" cy="468923"/>
              </a:xfrm>
              <a:prstGeom prst="roundRect">
                <a:avLst>
                  <a:gd name="adj" fmla="val 50000"/>
                </a:avLst>
              </a:prstGeom>
              <a:solidFill>
                <a:srgbClr val="083976">
                  <a:alpha val="25000"/>
                </a:srgbClr>
              </a:solidFill>
              <a:ln w="6350">
                <a:solidFill>
                  <a:srgbClr val="00D5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b="1" dirty="0">
                  <a:latin typeface="Open Sans SemiBold" pitchFamily="2" charset="0"/>
                  <a:ea typeface="Open Sans SemiBold" pitchFamily="2" charset="0"/>
                  <a:cs typeface="Open Sans SemiBold" pitchFamily="2" charset="0"/>
                </a:endParaRPr>
              </a:p>
            </p:txBody>
          </p:sp>
          <p:pic>
            <p:nvPicPr>
              <p:cNvPr id="12" name="Picture 11">
                <a:extLst>
                  <a:ext uri="{FF2B5EF4-FFF2-40B4-BE49-F238E27FC236}">
                    <a16:creationId xmlns:a16="http://schemas.microsoft.com/office/drawing/2014/main" id="{8B003DEB-D6A1-68A0-9AA8-A3936BEEF2D5}"/>
                  </a:ext>
                </a:extLst>
              </p:cNvPr>
              <p:cNvPicPr>
                <a:picLocks noChangeAspect="1"/>
              </p:cNvPicPr>
              <p:nvPr/>
            </p:nvPicPr>
            <p:blipFill>
              <a:blip r:embed="rId6"/>
              <a:stretch>
                <a:fillRect/>
              </a:stretch>
            </p:blipFill>
            <p:spPr>
              <a:xfrm>
                <a:off x="9047896" y="5961260"/>
                <a:ext cx="213653" cy="213653"/>
              </a:xfrm>
              <a:prstGeom prst="rect">
                <a:avLst/>
              </a:prstGeom>
            </p:spPr>
          </p:pic>
        </p:grpSp>
      </p:grpSp>
    </p:spTree>
    <p:extLst>
      <p:ext uri="{BB962C8B-B14F-4D97-AF65-F5344CB8AC3E}">
        <p14:creationId xmlns:p14="http://schemas.microsoft.com/office/powerpoint/2010/main" val="119104361"/>
      </p:ext>
    </p:extLst>
  </p:cSld>
  <p:clrMapOvr>
    <a:masterClrMapping/>
  </p:clrMapOvr>
</p:sld>
</file>

<file path=ppt/theme/theme1.xml><?xml version="1.0" encoding="utf-8"?>
<a:theme xmlns:a="http://schemas.openxmlformats.org/drawingml/2006/main" name="Dark">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aster Presentation Template v2.1" id="{2FBCECD7-838F-B84F-9CC9-2ABC1C915E3A}" vid="{741AF9E2-8FDF-DB4C-B80C-59F02AB602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8ECDB296534D4A9769597AD82280A0" ma:contentTypeVersion="13" ma:contentTypeDescription="Create a new document." ma:contentTypeScope="" ma:versionID="e87e6628bbf81cd255d30c48b4445ae1">
  <xsd:schema xmlns:xsd="http://www.w3.org/2001/XMLSchema" xmlns:xs="http://www.w3.org/2001/XMLSchema" xmlns:p="http://schemas.microsoft.com/office/2006/metadata/properties" xmlns:ns2="786f6ea3-4ea6-437c-a297-c135d4f2e74c" xmlns:ns3="f61f66a0-0880-4c0b-b123-6e5c0c961f27" targetNamespace="http://schemas.microsoft.com/office/2006/metadata/properties" ma:root="true" ma:fieldsID="213364783f13fe8fce2791cc90fb8a52" ns2:_="" ns3:_="">
    <xsd:import namespace="786f6ea3-4ea6-437c-a297-c135d4f2e74c"/>
    <xsd:import namespace="f61f66a0-0880-4c0b-b123-6e5c0c961f2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86f6ea3-4ea6-437c-a297-c135d4f2e74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c64dd094-1789-492b-b53b-02698a9faf32"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61f66a0-0880-4c0b-b123-6e5c0c961f27"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7f59b13-3799-4695-8bbe-164d9d0a9ffd}" ma:internalName="TaxCatchAll" ma:showField="CatchAllData" ma:web="f61f66a0-0880-4c0b-b123-6e5c0c961f2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86f6ea3-4ea6-437c-a297-c135d4f2e74c">
      <Terms xmlns="http://schemas.microsoft.com/office/infopath/2007/PartnerControls"/>
    </lcf76f155ced4ddcb4097134ff3c332f>
    <TaxCatchAll xmlns="f61f66a0-0880-4c0b-b123-6e5c0c961f27" xsi:nil="true"/>
  </documentManagement>
</p:properties>
</file>

<file path=customXml/itemProps1.xml><?xml version="1.0" encoding="utf-8"?>
<ds:datastoreItem xmlns:ds="http://schemas.openxmlformats.org/officeDocument/2006/customXml" ds:itemID="{B26961EF-F0F6-44FB-A519-21391519460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86f6ea3-4ea6-437c-a297-c135d4f2e74c"/>
    <ds:schemaRef ds:uri="f61f66a0-0880-4c0b-b123-6e5c0c961f2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AB22FEE-1B56-42A8-8CFB-FF76A629D598}">
  <ds:schemaRefs>
    <ds:schemaRef ds:uri="http://schemas.microsoft.com/sharepoint/v3/contenttype/forms"/>
  </ds:schemaRefs>
</ds:datastoreItem>
</file>

<file path=customXml/itemProps3.xml><?xml version="1.0" encoding="utf-8"?>
<ds:datastoreItem xmlns:ds="http://schemas.openxmlformats.org/officeDocument/2006/customXml" ds:itemID="{33EAB162-098D-4AAD-B447-7AA8F957B0D7}">
  <ds:schemaRefs>
    <ds:schemaRef ds:uri="786f6ea3-4ea6-437c-a297-c135d4f2e74c"/>
    <ds:schemaRef ds:uri="http://schemas.openxmlformats.org/package/2006/metadata/core-properties"/>
    <ds:schemaRef ds:uri="http://purl.org/dc/elements/1.1/"/>
    <ds:schemaRef ds:uri="http://schemas.microsoft.com/office/2006/documentManagement/types"/>
    <ds:schemaRef ds:uri="http://purl.org/dc/dcmitype/"/>
    <ds:schemaRef ds:uri="http://purl.org/dc/terms/"/>
    <ds:schemaRef ds:uri="http://schemas.microsoft.com/office/2006/metadata/properties"/>
    <ds:schemaRef ds:uri="http://schemas.microsoft.com/office/infopath/2007/PartnerControls"/>
    <ds:schemaRef ds:uri="f61f66a0-0880-4c0b-b123-6e5c0c961f27"/>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19895</TotalTime>
  <Words>268</Words>
  <Application>Microsoft Macintosh PowerPoint</Application>
  <PresentationFormat>Widescreen</PresentationFormat>
  <Paragraphs>35</Paragraphs>
  <Slides>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Arial</vt:lpstr>
      <vt:lpstr>Open Sans ExtraBold</vt:lpstr>
      <vt:lpstr>Open Sans Light</vt:lpstr>
      <vt:lpstr>Open Sans SemiBold</vt:lpstr>
      <vt:lpstr>Dark</vt:lpstr>
      <vt:lpstr>PowerPoint Presentation</vt:lpstr>
      <vt:lpstr>Section Break</vt:lpstr>
      <vt:lpstr>Slide Title</vt:lpstr>
      <vt:lpstr>Slide Title</vt:lpstr>
      <vt:lpstr>Slide Title</vt:lpstr>
      <vt:lpstr>Slide Title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Alexandru Craiu</dc:creator>
  <cp:lastModifiedBy>Alexandru Craiu</cp:lastModifiedBy>
  <cp:revision>13</cp:revision>
  <dcterms:created xsi:type="dcterms:W3CDTF">2026-01-30T14:24:02Z</dcterms:created>
  <dcterms:modified xsi:type="dcterms:W3CDTF">2026-05-19T13:25:27Z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0x010100128ECDB296534D4A9769597AD82280A0</vt:lpwstr>
  </property>
  <property fmtid="{D5CDD505-2E9C-101B-9397-08002B2CF9AE}" pid="3" name="MediaServiceImageTags">
    <vt:lpwstr/>
  </property>
</Properties>
</file>